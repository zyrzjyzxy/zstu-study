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6.xml" ContentType="application/vnd.openxmlformats-officedocument.presentationml.notesSlide+xml"/>
  <Override PartName="/ppt/ink/ink5.xml" ContentType="application/inkml+xml"/>
  <Override PartName="/ppt/ink/ink6.xml" ContentType="application/inkml+xml"/>
  <Override PartName="/ppt/notesSlides/notesSlide7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notesSlides/notesSlide8.xml" ContentType="application/vnd.openxmlformats-officedocument.presentationml.notesSlide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notesSlides/notesSlide9.xml" ContentType="application/vnd.openxmlformats-officedocument.presentationml.notesSlide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notesSlides/notesSlide10.xml" ContentType="application/vnd.openxmlformats-officedocument.presentationml.notesSlide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notesSlides/notesSlide11.xml" ContentType="application/vnd.openxmlformats-officedocument.presentationml.notesSlide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  <p:sldMasterId id="2147484249" r:id="rId2"/>
  </p:sldMasterIdLst>
  <p:notesMasterIdLst>
    <p:notesMasterId r:id="rId48"/>
  </p:notesMasterIdLst>
  <p:handoutMasterIdLst>
    <p:handoutMasterId r:id="rId49"/>
  </p:handoutMasterIdLst>
  <p:sldIdLst>
    <p:sldId id="273" r:id="rId3"/>
    <p:sldId id="338" r:id="rId4"/>
    <p:sldId id="339" r:id="rId5"/>
    <p:sldId id="274" r:id="rId6"/>
    <p:sldId id="275" r:id="rId7"/>
    <p:sldId id="321" r:id="rId8"/>
    <p:sldId id="353" r:id="rId9"/>
    <p:sldId id="354" r:id="rId10"/>
    <p:sldId id="355" r:id="rId11"/>
    <p:sldId id="356" r:id="rId12"/>
    <p:sldId id="337" r:id="rId13"/>
    <p:sldId id="340" r:id="rId14"/>
    <p:sldId id="357" r:id="rId15"/>
    <p:sldId id="276" r:id="rId16"/>
    <p:sldId id="343" r:id="rId17"/>
    <p:sldId id="344" r:id="rId18"/>
    <p:sldId id="341" r:id="rId19"/>
    <p:sldId id="345" r:id="rId20"/>
    <p:sldId id="346" r:id="rId21"/>
    <p:sldId id="388" r:id="rId22"/>
    <p:sldId id="389" r:id="rId23"/>
    <p:sldId id="390" r:id="rId24"/>
    <p:sldId id="391" r:id="rId25"/>
    <p:sldId id="392" r:id="rId26"/>
    <p:sldId id="393" r:id="rId27"/>
    <p:sldId id="394" r:id="rId28"/>
    <p:sldId id="395" r:id="rId29"/>
    <p:sldId id="396" r:id="rId30"/>
    <p:sldId id="397" r:id="rId31"/>
    <p:sldId id="398" r:id="rId32"/>
    <p:sldId id="399" r:id="rId33"/>
    <p:sldId id="400" r:id="rId34"/>
    <p:sldId id="401" r:id="rId35"/>
    <p:sldId id="405" r:id="rId36"/>
    <p:sldId id="406" r:id="rId37"/>
    <p:sldId id="402" r:id="rId38"/>
    <p:sldId id="403" r:id="rId39"/>
    <p:sldId id="408" r:id="rId40"/>
    <p:sldId id="404" r:id="rId41"/>
    <p:sldId id="407" r:id="rId42"/>
    <p:sldId id="409" r:id="rId43"/>
    <p:sldId id="459" r:id="rId44"/>
    <p:sldId id="460" r:id="rId45"/>
    <p:sldId id="461" r:id="rId46"/>
    <p:sldId id="462" r:id="rId47"/>
  </p:sldIdLst>
  <p:sldSz cx="9144000" cy="5715000" type="screen16x1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FA8E"/>
    <a:srgbClr val="E9FC30"/>
    <a:srgbClr val="FF0000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812" autoAdjust="0"/>
    <p:restoredTop sz="90929"/>
  </p:normalViewPr>
  <p:slideViewPr>
    <p:cSldViewPr>
      <p:cViewPr varScale="1">
        <p:scale>
          <a:sx n="119" d="100"/>
          <a:sy n="119" d="100"/>
        </p:scale>
        <p:origin x="966" y="102"/>
      </p:cViewPr>
      <p:guideLst>
        <p:guide orient="horz" pos="180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33" d="100"/>
          <a:sy n="33" d="100"/>
        </p:scale>
        <p:origin x="-1152" y="-77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viewProps" Target="view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handoutMaster" Target="handoutMasters/handoutMaster1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10.xml"/><Relationship Id="rId2" Type="http://schemas.openxmlformats.org/officeDocument/2006/relationships/slide" Target="slides/slide9.xml"/><Relationship Id="rId1" Type="http://schemas.openxmlformats.org/officeDocument/2006/relationships/slide" Target="slides/slide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png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13" Type="http://schemas.openxmlformats.org/officeDocument/2006/relationships/image" Target="../media/image33.wmf"/><Relationship Id="rId18" Type="http://schemas.openxmlformats.org/officeDocument/2006/relationships/image" Target="../media/image38.wmf"/><Relationship Id="rId3" Type="http://schemas.openxmlformats.org/officeDocument/2006/relationships/image" Target="../media/image23.wmf"/><Relationship Id="rId21" Type="http://schemas.openxmlformats.org/officeDocument/2006/relationships/image" Target="../media/image41.wmf"/><Relationship Id="rId7" Type="http://schemas.openxmlformats.org/officeDocument/2006/relationships/image" Target="../media/image27.wmf"/><Relationship Id="rId12" Type="http://schemas.openxmlformats.org/officeDocument/2006/relationships/image" Target="../media/image32.wmf"/><Relationship Id="rId17" Type="http://schemas.openxmlformats.org/officeDocument/2006/relationships/image" Target="../media/image37.wmf"/><Relationship Id="rId25" Type="http://schemas.openxmlformats.org/officeDocument/2006/relationships/image" Target="../media/image45.wmf"/><Relationship Id="rId2" Type="http://schemas.openxmlformats.org/officeDocument/2006/relationships/image" Target="../media/image22.wmf"/><Relationship Id="rId16" Type="http://schemas.openxmlformats.org/officeDocument/2006/relationships/image" Target="../media/image36.wmf"/><Relationship Id="rId20" Type="http://schemas.openxmlformats.org/officeDocument/2006/relationships/image" Target="../media/image40.wmf"/><Relationship Id="rId1" Type="http://schemas.openxmlformats.org/officeDocument/2006/relationships/image" Target="../media/image21.png"/><Relationship Id="rId6" Type="http://schemas.openxmlformats.org/officeDocument/2006/relationships/image" Target="../media/image26.wmf"/><Relationship Id="rId11" Type="http://schemas.openxmlformats.org/officeDocument/2006/relationships/image" Target="../media/image31.wmf"/><Relationship Id="rId24" Type="http://schemas.openxmlformats.org/officeDocument/2006/relationships/image" Target="../media/image44.wmf"/><Relationship Id="rId5" Type="http://schemas.openxmlformats.org/officeDocument/2006/relationships/image" Target="../media/image25.wmf"/><Relationship Id="rId15" Type="http://schemas.openxmlformats.org/officeDocument/2006/relationships/image" Target="../media/image35.wmf"/><Relationship Id="rId23" Type="http://schemas.openxmlformats.org/officeDocument/2006/relationships/image" Target="../media/image43.wmf"/><Relationship Id="rId10" Type="http://schemas.openxmlformats.org/officeDocument/2006/relationships/image" Target="../media/image30.wmf"/><Relationship Id="rId19" Type="http://schemas.openxmlformats.org/officeDocument/2006/relationships/image" Target="../media/image39.wmf"/><Relationship Id="rId4" Type="http://schemas.openxmlformats.org/officeDocument/2006/relationships/image" Target="../media/image24.wmf"/><Relationship Id="rId9" Type="http://schemas.openxmlformats.org/officeDocument/2006/relationships/image" Target="../media/image29.wmf"/><Relationship Id="rId14" Type="http://schemas.openxmlformats.org/officeDocument/2006/relationships/image" Target="../media/image34.wmf"/><Relationship Id="rId22" Type="http://schemas.openxmlformats.org/officeDocument/2006/relationships/image" Target="../media/image42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2" Type="http://schemas.openxmlformats.org/officeDocument/2006/relationships/image" Target="../media/image42.wmf"/><Relationship Id="rId1" Type="http://schemas.openxmlformats.org/officeDocument/2006/relationships/image" Target="../media/image21.png"/><Relationship Id="rId5" Type="http://schemas.openxmlformats.org/officeDocument/2006/relationships/image" Target="../media/image49.wmf"/><Relationship Id="rId4" Type="http://schemas.openxmlformats.org/officeDocument/2006/relationships/image" Target="../media/image48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57.wmf"/><Relationship Id="rId13" Type="http://schemas.openxmlformats.org/officeDocument/2006/relationships/image" Target="../media/image62.wmf"/><Relationship Id="rId18" Type="http://schemas.openxmlformats.org/officeDocument/2006/relationships/image" Target="../media/image67.wmf"/><Relationship Id="rId3" Type="http://schemas.openxmlformats.org/officeDocument/2006/relationships/image" Target="../media/image52.wmf"/><Relationship Id="rId21" Type="http://schemas.openxmlformats.org/officeDocument/2006/relationships/image" Target="../media/image70.wmf"/><Relationship Id="rId7" Type="http://schemas.openxmlformats.org/officeDocument/2006/relationships/image" Target="../media/image56.wmf"/><Relationship Id="rId12" Type="http://schemas.openxmlformats.org/officeDocument/2006/relationships/image" Target="../media/image61.wmf"/><Relationship Id="rId17" Type="http://schemas.openxmlformats.org/officeDocument/2006/relationships/image" Target="../media/image66.wmf"/><Relationship Id="rId2" Type="http://schemas.openxmlformats.org/officeDocument/2006/relationships/image" Target="../media/image51.wmf"/><Relationship Id="rId16" Type="http://schemas.openxmlformats.org/officeDocument/2006/relationships/image" Target="../media/image65.wmf"/><Relationship Id="rId20" Type="http://schemas.openxmlformats.org/officeDocument/2006/relationships/image" Target="../media/image69.wmf"/><Relationship Id="rId1" Type="http://schemas.openxmlformats.org/officeDocument/2006/relationships/image" Target="../media/image50.png"/><Relationship Id="rId6" Type="http://schemas.openxmlformats.org/officeDocument/2006/relationships/image" Target="../media/image55.wmf"/><Relationship Id="rId11" Type="http://schemas.openxmlformats.org/officeDocument/2006/relationships/image" Target="../media/image60.wmf"/><Relationship Id="rId5" Type="http://schemas.openxmlformats.org/officeDocument/2006/relationships/image" Target="../media/image54.wmf"/><Relationship Id="rId15" Type="http://schemas.openxmlformats.org/officeDocument/2006/relationships/image" Target="../media/image64.wmf"/><Relationship Id="rId10" Type="http://schemas.openxmlformats.org/officeDocument/2006/relationships/image" Target="../media/image59.wmf"/><Relationship Id="rId19" Type="http://schemas.openxmlformats.org/officeDocument/2006/relationships/image" Target="../media/image68.wmf"/><Relationship Id="rId4" Type="http://schemas.openxmlformats.org/officeDocument/2006/relationships/image" Target="../media/image53.wmf"/><Relationship Id="rId9" Type="http://schemas.openxmlformats.org/officeDocument/2006/relationships/image" Target="../media/image58.wmf"/><Relationship Id="rId14" Type="http://schemas.openxmlformats.org/officeDocument/2006/relationships/image" Target="../media/image63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71.wmf"/><Relationship Id="rId2" Type="http://schemas.openxmlformats.org/officeDocument/2006/relationships/image" Target="../media/image47.wmf"/><Relationship Id="rId1" Type="http://schemas.openxmlformats.org/officeDocument/2006/relationships/image" Target="../media/image50.png"/><Relationship Id="rId4" Type="http://schemas.openxmlformats.org/officeDocument/2006/relationships/image" Target="../media/image72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0.wmf"/><Relationship Id="rId13" Type="http://schemas.openxmlformats.org/officeDocument/2006/relationships/image" Target="../media/image85.wmf"/><Relationship Id="rId18" Type="http://schemas.openxmlformats.org/officeDocument/2006/relationships/image" Target="../media/image90.wmf"/><Relationship Id="rId3" Type="http://schemas.openxmlformats.org/officeDocument/2006/relationships/image" Target="../media/image75.wmf"/><Relationship Id="rId21" Type="http://schemas.openxmlformats.org/officeDocument/2006/relationships/image" Target="../media/image93.wmf"/><Relationship Id="rId7" Type="http://schemas.openxmlformats.org/officeDocument/2006/relationships/image" Target="../media/image79.wmf"/><Relationship Id="rId12" Type="http://schemas.openxmlformats.org/officeDocument/2006/relationships/image" Target="../media/image84.wmf"/><Relationship Id="rId17" Type="http://schemas.openxmlformats.org/officeDocument/2006/relationships/image" Target="../media/image89.wmf"/><Relationship Id="rId2" Type="http://schemas.openxmlformats.org/officeDocument/2006/relationships/image" Target="../media/image74.wmf"/><Relationship Id="rId16" Type="http://schemas.openxmlformats.org/officeDocument/2006/relationships/image" Target="../media/image88.wmf"/><Relationship Id="rId20" Type="http://schemas.openxmlformats.org/officeDocument/2006/relationships/image" Target="../media/image92.wmf"/><Relationship Id="rId1" Type="http://schemas.openxmlformats.org/officeDocument/2006/relationships/image" Target="../media/image73.png"/><Relationship Id="rId6" Type="http://schemas.openxmlformats.org/officeDocument/2006/relationships/image" Target="../media/image78.wmf"/><Relationship Id="rId11" Type="http://schemas.openxmlformats.org/officeDocument/2006/relationships/image" Target="../media/image83.wmf"/><Relationship Id="rId5" Type="http://schemas.openxmlformats.org/officeDocument/2006/relationships/image" Target="../media/image77.wmf"/><Relationship Id="rId15" Type="http://schemas.openxmlformats.org/officeDocument/2006/relationships/image" Target="../media/image87.wmf"/><Relationship Id="rId10" Type="http://schemas.openxmlformats.org/officeDocument/2006/relationships/image" Target="../media/image82.wmf"/><Relationship Id="rId19" Type="http://schemas.openxmlformats.org/officeDocument/2006/relationships/image" Target="../media/image91.wmf"/><Relationship Id="rId4" Type="http://schemas.openxmlformats.org/officeDocument/2006/relationships/image" Target="../media/image76.wmf"/><Relationship Id="rId9" Type="http://schemas.openxmlformats.org/officeDocument/2006/relationships/image" Target="../media/image81.wmf"/><Relationship Id="rId14" Type="http://schemas.openxmlformats.org/officeDocument/2006/relationships/image" Target="../media/image86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95.wmf"/><Relationship Id="rId2" Type="http://schemas.openxmlformats.org/officeDocument/2006/relationships/image" Target="../media/image47.wmf"/><Relationship Id="rId1" Type="http://schemas.openxmlformats.org/officeDocument/2006/relationships/image" Target="../media/image94.png"/><Relationship Id="rId4" Type="http://schemas.openxmlformats.org/officeDocument/2006/relationships/image" Target="../media/image96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7.png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emf"/><Relationship Id="rId2" Type="http://schemas.openxmlformats.org/officeDocument/2006/relationships/image" Target="../media/image100.emf"/><Relationship Id="rId1" Type="http://schemas.openxmlformats.org/officeDocument/2006/relationships/image" Target="../media/image99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charset="0"/>
              </a:defRPr>
            </a:lvl1pPr>
          </a:lstStyle>
          <a:p>
            <a:pPr>
              <a:defRPr/>
            </a:pPr>
            <a:fld id="{56F3C592-B8F0-4768-8BA3-4C4483D3F56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51649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16-04-17T14:18:04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154 434,'0'15,"0"14,17-29,1 0,-18 15,17-15,18 0,-35 29,18-14,-18-1,0 1,35 0,-35 0,0-1,0 1,0 0,17-15,1 14,-18 1,0 0,0-1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16-04-17T14:18:04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149 627,'0'-29,"35"14,0 15,1-14,-19 14,-17-15,18 15,-1 0,-17-15,18 15,-1 0,19 0,-36-14,17 14,18 0,-35-15,18 15,-18-15,18 15,-18-14,17-1,18 1,-35-1,35 15,-17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16-04-17T14:18:04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251 433,'18'0,"-1"0,-17 29,18-29,-1 0,1 0,-18 15,0 0,18-15,-18 14,17 1,-17-1,0 1,36 0,-1-1,-35 16,35-30,-35 14,0 1,18-15,-18 14,17 1,-17 14,18-29,-18 15,0 0,18-15,-18 14,17-14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16-04-17T14:18:04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249 654,'18'0,"-1"-15,18 15,-35-15,36 1,-72 14,54 0,-18-15,18 1,-1 14,1 0,-18-15,35 15,-17 0,-18-14,0-1,35 15,-17 0,-18-15,35 15,0 0,-35-14,18 14,-1 0,-17-15,0-14,18 29,-18-14,17 14,1 0,-18-15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16-04-15T19:24:0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535 458,'-18'0,"-17"0,35 15,0-1,-18 1,-17 0,35-1,-18-14,18 15,-35 0,35-1,-35 1,17 15,1-16,-1-14,0 30,1 14,17-30,-18 1,0 29,18-29,0 0,0 29,0-30,0 1,-17 14,17-14,0 0,0 0,0 14,-18 44,18-58,0 0,0 14,0 1,0-1,0-14,0 14,0 15,0-29,0 0,0 14,0-14,0 29,0 0,0-15,0-14,0 0,0-1,0 1,0 0,0 14,0-14,0-1,0 1,0 0,0-1,0 16,0-15,0 14,0-14,0-1,0 1,0 0,0 14,0-14,0 14,0-14,0 14,0 15,0-14,0-16,0 16,0-15,0 14,0-14,0-1,0 1,0 0,0-1,0 1,-35 0,35 14,0-14,-35 14,35 1,-18-1,18 15,0-14,0-1,0-14,0 58,0-44,0-14,0 29,0-29,0 14,0-14,0 14,0 15,0-14,0-15,0-1,0 16,0-1,0 15,0-29,0 14,0-14,35-15,-35 29,0-14,0 0,18-1,-18 1,0 0,18-1,-1 1,-17 15,0-16,0 1,18 0,17 14,-35-14,0-1,35 1,-17 14,0-14,-1 15,19-16,16 16,19-30,-71 14,35 16,-17-16,17 16,1-1,-1 1,-18-16,1-14,35 15,0 0,-35-15,-1 29,1-29,-1 29,89-14,-70-15,-19 0,18 15,71-15,-70 0,-1 0,18 15,0-15,17 0,-17 0,-18 0,18 0,18 0,35 0,-53 0,-18 0,-35-30,53 15,0 1,-18 14,36-15,-71 0,123-29,-105 44,-18-14,35-16,0 16,-35-16,18 30,17-29,-35-1,0 16,18-1,-18 0,0-14,0-1,0 16,17-45,-17 44,0 1,0-30,0 29,0 0,0-14,0 14,0 0,0-14,0 14,0 1,0-16,-35 30,35-29,0 14,0 0,0-14,-35 29,35-15,0-14,0 14,-18 1,18-1,-35 15,35-30,0 16,0-1,0-14,0-1,0 16,0-1,0 0,0 1,0-16,0 1,-18 29,18-15,0 0,0 1,-17 14,17-44,0 29,0-14,0 14,-18 15,0-15,1-14,17 14,0 0,0 1,0-1,0-14,0-1,0 15,-18-14,18 0,0-1,-17 1,17 14,-18-14,18-1,0 16,0-16,0 1,0 14,0-29,0 15,0-15,0 29,0 0,0-14,-18 29,18-29,0-1,0-14,-17 15,17 14,0-29,0-59,0 74,0-30,-18 44,18-44,0 45,0-1,0-29,0 29,-35-44,35 30,0 14,-36-43,36 43,-17 15,17-29,-18-1,-17-29,17 45,-35-30,53 14,0 16,-17-1,-19-29,1 44,17-15,18-14,-17 29,-36-30,35 30,18-14,-70-16,34 1,19 14,-18-14,-1 29,1-88,35 73,-18 15,1 0,-1-15,-17 15,0-29,-1 29,1-30,0 16,17 14,0 0,-17 0,-35-15,34 15,19 0,-1 0,-53 0,54 0,-18 0,-1 0,1 0,17 0,-17 0,17 0,1 44,-18-29,-1 14,19-29,17 15,0 0,-36-15,36 14,0 1,0 0,0-1,-35 16,35-16,0 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16-04-15T19:24:0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1119 384,'0'-14,"-18"14,-17 0,0 0,-1 29,1-29,17 0,-17 0,-18 0,-17 15,70-1,-36-14,-16 15,34 0,18 0,-35-15,17 14,-35-14,35 15,18 0,0-1,-17-14,-1 15,18 0,0-1,-35-14,17 30,1-30,17 15,-18-15,0 0,18 29,0-14,-17-1,17 1,-18 0,18-1,0 1,-18 0,18 14,0-14,-35 14,18-14,17 0,0-1,0 16,0-15,0 14,0 0,0-14,0 14,0-14,0 0,0 14,0 1,0-1,0 0,0-14,0 14,17-29,-17 30,0-15,0-1,0 16,0-16,0 16,0-1,0 1,0 14,0-30,0 1,0 0,0 14,0-14,0 0,-17-1,17 1,0 14,0 1,0-16,0 16,0-15,0-1,0 16,0-16,0 1,0 0,0 43,-18-43,18 0,-35 44,35-30,0-14,0-1,0 45,0-44,0 14,-18 45,18-30,0-15,0-14,0 44,0-30,0 1,0-1,0 0,0-14,0 15,0-16,0 1,0 0,0 29,0-30,0 16,0-1,0-14,0 14,0-14,0 0,0 43,0-43,0 15,0-16,0 60,0-60,0 31,0-31,0 16,0 14,0-30,0 1,18 0,-18 0,17 87,-17 1,0-73,0 14,0-30,0 1,0 0,0 0,0-1,0 1,18 0,-18-1,0 16,0-16,0 1,0 15,0-1,0-14,0 14,0-14,35-15,-35 14,0 16,0-1,0-14,0 14,0-14,0 14,0 1,0-15,0-1,0 1,18 29,-18-29,0-1,0 16,0-1,17-29,-17 15,0 0,0-1,0 1,18-15,-18 29,0-14,0 14,0-14,0 0,0 0,18-1,-18 1,35-15,-35 44,0-15,0-14,35 0,-35 14,36 1,-36-1,17-14,1 14,52 45,-52-60,0 1,-1 14,19 16,-19-1,18 0,-35-30,36 1,-36 0,17 14,-17-14,18 14,-18 1,18-30,-18 14,35 16,-17-16,-18 1,17-15,36 74,0-45,-18 0,18 30,-18-29,-17-16,17 16,-35-16,89 75,-89-75,35 1,-18 0,36 44,-17-30,-19 0,1-14,17 14,53 74,-88-73,89 87,-89-87,35-1,-17 0,-1 1,71 14,-52 0,-1-15,0 16,-35-1,88 0,-88-15,18 1,0-1,35 44,-18-28,-35-16,35-14,-17-1,17 45,-35-30,53 1,-35-15,34-15,-52 58,18-43,-18 14,35 1,-17-1,35-14,-18 14,-17 1,17 14,-35-29,18-1,-1 16,19-1,-19-29,36 74,-18-60,1-14,-19 30,36 14,-17-44,-36 29,17-29,36 30,88 87,-141-102,35-1,-17 16,17 14,-35-29,36-1,-1 30,0-44,0 15,-35 0,53-15,-35 29,-18-14,35-15,-35 29,53 30,-18-59,-17 0,35 30,-18-16,-17-14,0 15,17-15,-18 0,54 29,-36-14,-17 0,17-1,36 1,-18-15,-18 15,-17-15,35 0,-18 0,0 15,18-15,-35 14,87 1,-34 0,0-1,-1-14,-17 0,88 0,-70 0,-18 0,17 0,71 0,-17 0,-54 0,1 0,-1 0,-34 0,16 0,-16-14,17 14,17-15,-17 15,-18-15,1 1,17-1,-1 0,-16 15,-19-15,36 15,-17-29,-19 29,18 0,1 0,-19 0,36-15,-17 15,52 0,-53-14,18 14,0-15,-36 15,54-15,-53 15,17 0,0-14,53 14,-52 0,-1-30,18 30,-18 0,124 0,-141 0,34 0,1 0,0-15,-17 15,-1 0,0 0,-17-29,-1 14,19 15,17 0,-1-14,-16-1,34-29,-34 14,-1 16,0-16,71-58,-88 88,52-29,-17-1,-35 1,52-44,-17 73,-35-15,-1 15,-17-30,71-58,-36 74,-35-31,35 1,-17 30,0-16,-1 1,-17-1,18 30,70-73,-88 44,35-1,1 15,-36-43,0 28,17-29,-17 15,18-14,0 14,-1 14,1 1,-18-15,53 0,-53 29,17-15,-17 16,0-16,18-14,-18 30,0-16,0 15,35-58,-35 58,0-14,0-1,0 16,0-45,0 44,0-29,0 0,0-29,0 58,0-14,0 14,0-29,0 29,0-14,0-1,0-29,0 45,-17-16,17 1,0 14,-36-29,36 29,-17-14,17 0,-18 29,1-30,17 16,0-1,-18 0,-17-29,35 15,-18 29,-53-44,54 29,-18-15,35-14,-71 15,71 0,-71-15,71 29,-17 15,-36-59,35 44,-17-29,-18 0,0 0,18 15,35 14,-35 0,-18-44,17 30,-16-30,52 0,-18 1,-123-45,106 73,-1 1,-34-15,34 15,19 14,-36-29,35 14,-17 1,17 29,1-15,-36-58,35 58,-35-14,36 14,-19 0,1-14,0-1,-18-58,35 74,-17-16,17 1,-17-15,-53 0,35-1,-18 1,36 15,0 0,0-15,-18 14,17 15,19 1,-19-1,1-14,0 14,17-14,18 14,-70-15,34 1,1 0,0-1,17-14,1 29,-54-14,53 0,-17-1,-35 1,-1-1,53 1,-17 29,0-29,0 14,17 0,-88-58,71 43,-18-14,0 15,53 14,-35 15,-36-14,18-31,18 16,17 14,1 15,-107-58,54 13,35 1,-1 15,-122-74,122 88,-52-14,53 29,-106-44,105 14,-34-14,17 0,-88-15,106 45,-1-16,1 16,-53-30,17 29,36-59,-18 45,-35-30,53 30,-1 29,36-30,-17 16,-1 14,-88-30,89 1,-54 0,36 14,35-15,-35 1,-1 0,1-1,-18-14,-123 29,140 1,-16 14,-37-15,72 15,-36 0,53-44,-88 29,52 1,19 14,-19-45,19 45,-71-14,88-1,-18 15,-17-15,35-14,-71 0,54 14,17 0,-36 15,1-29,-71-1,89 1,-36 14,35 1,-17-1,17-29,-17 29,17 0,1 1,17-1,-71-14,36 14,17 0,-35-14,36 14,-19 0,19 15,-36-44,17 44,1-29,0 0,17-1,-17 1,17-1,1 16,-19-1,36 0,-17 15,-1 0,1-29,-1 29,-17-15,17 15,0 0,-17-15,17-14,-17 14,35 1,-35 14,35-15,-18 15,-17 0,0 0,-1 0,1 29,17-29,1 15,17 14,-18-29,18 15,0 0,18-15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16-04-17T14:18:53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134 411,'0'-15,"18"15,-1 0,1 0,17 0,-35 29,18-29,-1 15,1-15,-1 15,1-1,-18 1,0 0,35-1,-17-14,-1 0,-17 15,0 0,0-1,0 1,0 0,18-15,0 0,-18 14,35-14,-35 15,0 0,17-15,1 0,17 14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16-04-17T14:18:53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140 659,'18'0,"-18"-14,17-1,-17 0,18 1,-18-1,17 15,-17-15,0-14,36 14,-1 0,-17 15,-18-29,0 14,35 15,-35-14,0-1,17 15,1-15,0 15,-1 0,-17-14,36-1,-19 15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16-04-17T14:18:53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412 544,'0'-15,"0"30,18-15,-18 14,35-14,0 59,-17-59,-1 15,-17-1,18-14,-18 15,0 0,18-15,-1 0,-17 14,18-14,-1 15,1-15,0 0,-1 0,1 0,-18 15,0-1,35-14,-17 0,-1 0,-17 15,0 0,0-1,0 1,0 0,18-15,-18 14,18-14,-18 15,35 0,-18-15,1 14,-36-14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16-04-17T14:18:53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418 848,'0'-14,"0"-1,35 15,-35-15,0 1,18 14,0-15,-18 0,0 1,17 14,-17-15,18 15,-18-15,17 1,1 14,-18-15,18 15,-18-29,17 29,-17-15,18 15,-18-14,0-1,35 0,-35-14,0 14,0-14,35 29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16-04-17T14:18:53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418 725,'18'0,"-18"-44,35 15,0 14,-35 1,52-16,-17 16,-35-1,0-14,36 29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16-04-15T20:15:3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803 4054,'35'15,"-17"-1,0-14,-1 0,-17 15,36-15,-19 0,1 0,88 15,-71-15,35 0,1 0,17 0,53 0,-35 0,-35 15,-1-15,1 0,17 0,-88-15,53 15,0 0,-36 0,19 0,-19 0,19 0,-19 0,54 0,-1 0,36 0,-88 0,52 0,-34 0,-19 0,19 0,-19 0,18 0,1 0,-19 0,19 0,-1 0,71 0,-53 0,0-15,17 15,-35 0,18 0,18 0,-18-15,-18 15,36-44,-19 44,-16-29,-1 14,18 1,17-31,-34 31,-19-1,19 15,-19-29,89-45,-53 45,18-45,-36 60,35-45,-52 29,-18 1,71 0,-36 14,35-59,-52 60,-18-1,0-14,35-1,-35-14,36 15,-19-30,1 15,0 15,-18-1,35-29,-18 45,-17-60,0 60,0-16,0 1,0 14,0-44,0 0,0 30,0-44,0 58,0-15,0-14,0 0,0 15,0 0,0-1,0-29,0 45,0-16,0-29,0 1,0-1,0 0,0 30,0-30,0-73,0 88,0 29,0-44,0-14,0 58,0-29,0 14,0 1,0-15,0 15,-17-1,17 15,0-29,0 15,0 0,0 14,-35-44,17 44,18-14,0 14,0-14,0 0,0 14,-18 0,18 0,0-14,0-15,-17 15,17-1,0 16,0-16,-18-14,18 29,0-14,0 0,-18 29,18-45,0 31,-35-1,35-14,-18-15,1 29,17 0,-71-58,71 58,0 0,-35 1,35-1,-18 15,-17-29,35-1,-35 30,-18 0,35-15,18 1,-17-1,17 0,-18 1,-17 14,-1 0,19-15,-1 15,0 0,1-15,-36 1,35-1,1 15,-19-15,19 15,-19 0,1 0,-18-15,0 15,36 0,-19 0,1-14,0 14,17 0,-17 0,-71 0,89 0,-19 0,19 0,-54 0,36 0,17 0,1 0,-36 0,35 0,-17 0,-1 0,19 0,-18 0,-1 0,-17 0,18 0,-18 0,0 0,18 0,17 0,-52 0,35 0,-18 0,17 0,-17 0,18 0,0 0,-36 0,36-15,0 15,0 0,17 0,-88-15,71 15,17 0,-17-14,-18 14,0 0,18 0,0 0,17-15,-17 15,-1 0,19 0,-36 0,35 0,-70 0,53 0,-1 15,19-15,-1 14,-17 1,0 0,-1-1,1 16,17-15,1 14,-19 30,1-45,18 16,-19-1,36-14,-70 29,70-29,-18-1,-17 1,35 14,-71 1,71-15,0 14,-17 0,-1-14,18 0,0-1,-35 31,17-31,18 1,-18 0,1-1,17 16,-18-30,1 0,17 29,-36-29,1 15,35 14,-18-29,-17 0,17 15,18 14,-17-14,-18-15,35 15,-36-1,36 1,0 0,-17-15,-1 14,18 1,-18-15,18 30,-17-1,-1-14,0 14,18-14,0 14,0-14,-52-15,16 29,36-14,-17 14,17-14,0 14,0 30,0-15,0 30,0-60,0 31,0-1,0 14,0-43,0 0,0 14,0 30,0-30,0 1,0-16,-18 104,18-74,0-29,0 44,0-30,0 0,0-14,0 29,0-29,0 0,0-1,0 16,0-16,0 16,0-16,0 1,0 0,0 14,0-14,0 14,0-14,0 14,0-14,0 29,0-14,0-16,0 1,0 0,0-1,0 16,0-1,0-14,0 0,0-1,18 16,-18-1,0-14,0-1,0 1,0 0,0 14,0 1,0-1,0-14,17-15,-17 29,0 0,0-14,0 15,0-1,0-14,0-1,0 1,0 0,0 14,36-29,-36 30,0-1,0-14,0-1,0 1,0 0,17-15,-17 14,18-14,-18 15,0 0,0 14,0-14,0 14,17-29,-17 15,18 14,-18-14,0 0,0 14,18-29,-18 15,35-15,-35 29,18 1,-1-1,1-14,-18-1,35 1,0 15,-35-1,18-29,17 29,-17 1,17-16,1 1,-1 0,-18-15,1 14,0 1,-1 0,-17 14,18-14,17-15,18 0,-18 0,-35 15,18-15,17 14,1 1,-19 0,19-15,-36 14,0 1,35-15,-35 15,0 0,17-15,-34 0,17-15,88-29,-70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16-04-15T20:15:3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1066 740,'-17'0,"-19"0,-69 0,34 0,18 0,-35 0,88 15,-18-1,1 16,-1-30,-17 15,35-1,0 1,-18 14,18 1,-18-30,18 14,0 1,-17 0,17-1,-18 1,18 0,0 0,-18-15,18 14,0 1,0 14,-17-29,17 30,-35-16,35 1,-18-15,18 30,0-16,0 1,0 0,0-1,0 1,0 14,0-14,0 0,0 0,0-1,0 16,0-16,-18-14,18 44,0-29,0 14,0-14,0 0,0 0,-17 14,17-14,0-1,0 1,0 0,0-1,0 1,0 0,0 14,0-14,0 14,0-14,0 0,-18-1,18 1,0 14,0 1,0-1,0-14,0 14,0 1,0-16,0 1,0 0,0 0,0 14,0 0,0-14,0 14,0-14,0 0,0 0,0 14,0 0,0-14,0 0,0 29,0-15,0-14,0 0,0-1,0 1,0 14,0 1,0-16,0 1,0 15,0-1,0 0,0 1,0-16,0 45,0-44,0 0,0 14,0 0,0-14,0 14,0-14,0 15,0-16,0 1,0 14,0-14,0 0,0-1,0 16,0-1,0-14,0 0,18-15,-18 14,0 1,17-15,-17 15,18-15,0 0,-18 14,17-14,18 15,1-15,-36 15,17-15,1 0,0 0,-1 0,19 0,-19 0,18 14,1-14,-19 0,19 0,-36 15,0 0,35-15,-17 0,17 0,-17 0,-1 0,36 0,-35 0,-1 0,1 0,0 0,17 0,-17-15,34 15,-34 0,0 0,17 0,-17 0,-1 0,1 0,17 0,18 0,-18 0,-17 0,0 0,-1 0,19 0,-19 0,18 0,1 0,-1 0,-17 0,17 0,-17 0,-1 0,36 0,-18 0,-17 0,-124 0,141 0,1 0,-19 0,1 0,0 0,35 0,-36 0,54 0,-36 0,0 0,1 0,34 0,-52 0,52 0,-52 0,17 0,18 0,-35 0,105 0,-105 0,35 0,-18 0,-17 0,35 0,-36 0,19 0,-19 0,18 0,-17 0,0 0,-1 15,54-15,-36 0,1 0,16 0,72 0,-106 0,17 0,0 0,53 0,-70 0,0 0,34 0,1 0,18 0,-53 0,17 0,18 0,-18 0,-17 0,-1 15,19-15,-1 0,35 0,-34 0,-1 0,53-15,-53 15,1 0,52-30,-53 30,18 0,71-29,-89 29,0-15,-35 1,18-1,35 0,-18 1,-17-1,-1 0,18 0,-17 15,17-14,-17 14,17-15,-17 0,52-14,1 14,-36 1,1 14,-1-44,-17 29,17 0,0 15,-17-29,-1 14,19-14,-1 14,0 0,-17-14,-18 14,35 15,-35-15,0 1,0-1,18 0,-1-14,19 29,-36-15,0 1,17-1,19-14,-36 14,35 15,0-44,18 29,-53-14,88-30,-70 59,-18-30,35-14,-35 30,0-16,0 1,0 14,0 1,0-1,18-15,17 16,-17-16,17-43,0 43,1-28,-19 28,-17 16,18 14,-18-15,0 0,0-14,0-1,0 16,0-1,0 0,0-29,0 30,0-16,17 1,-17-1,0 1,0 14,0-44,0 45,0-1,0 0,0 1,0-1,0 0,0 1,0-1,0 0,0 1,0-1,0 0,0-14,0 14,0 0,0 1,0-1,-17 0,-1 1,1 14,17-30,-18 30,0-15,18 1,0-16,-17 30,-19-14,36-1,0-29,-35 44,17-15,1 0,17 1,-36 14,19 0,-1 0,-17-30,0 1,-1 29,36-15,-17 15,-1 0,18-29,-18 29,-17-15,18 15,-1 0,18-14,-18 14,-17 0,17 0,1 0,-19 0,1-15,0-15,17 30,1 0,-19 0,36-14,-35 14,17 0,-17 0,18 0,-36 0,35 0,-17 0,17 0,0 0,1 0,-1 0,-17 0,0 0,-36 0,36 0,-18 0,18 0,17 0,0 0,1 0,-1 0,-17 0,17 0,0 0,1 0,-54 0,54 0,-19 0,19 0,-54 0,54 0,-19 0,1 0,17 0,-17-15,17 15,1 0,-18 0,-18-15,17 15,19 0,-19 0,19-14,-1 14,-35-15,0 15,0 0,18-15,17 15,-17 0,18 0,-19 0,1-14,0 14,17 0,-17-15,17 15,-52-15,34 15,19 0,-1 0,-17 0,0 0,35-15,-53 15,35 0,0 0,18-14,-70 14,52 0,-17 0,0 0,-18 0,17 0,36-30,-35 30,0-14,17 14,-17 0,17 0,-17 0,0 0,17 0,-17-15,0 15,17 0,-17 0,17 0,0 0,1 0,-36 0,0 0,35 0,-17 0,17 0,-17 0,-35 0,34 0,19 0,-1 0,0 0,-52 0,35 0,-1 0,-17 29,36-29,-19 0,1 0,17 0,-17 0,18 0,-1 0,18 15,-18-15,-17 0,17 0,1 0,-19 0,1 0,18 0,-19 0,19 0,-19 0,1 0,0 0,17 15,-35-1,36-14,-1 0,0 15,1-15,-19 0,19 0,-18 0,17 0,0 15,1 0,-1-15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16-04-17T14:19:35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138 398,'18'0,"-1"0,1 15,-1-15,-17 14,18-14,0 0,-18 15,17-15,-17 14,18-14,-1 0,1 15,-18 0,17-1,1 1,-18 0,18-15,-18 14,35-14,-18 15,-17-1,18-14,-18 15,18 0,-1-15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16-04-17T14:19:35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141 617,'0'-14,"18"14,-18-15,17 15,-17-15,35 15,-35-14,18-1,-18 0,0 1,0-1,0 0,18 15,-1-15,-17 1,18 14,-18-15,17 15,1 0,-18-15,35-14,-17 29,-1 0,19 0,-19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16-04-17T14:19:35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434 528,'-18'0,"18"15,0 14,0 0,0-14,18-15,-18 15,0-1,17-14,1 15,-18-1,17 16,1-30,-18 14,18-14,-18 15,17 0,1-15,-1 0,1 0,17 0,-35 14,18-14,-1 0,-17 15,35-15,-35 29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16-04-17T14:19:35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415 739,'0'-15,"18"15,-18-15,0 1,35 14,-35-15,0 1,0-1,17 15,-17-15,36 30,-19-15,1-15,-1 15,1 0,-18-14,35 14,-35-15,18 15,-1-15,-17 1,0-1,35 1,-17 14,-18-15,35 15,-17 0,-1 15,18-15,-17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16-04-17T14:20:13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203 415,'18'0,"-1"0,1 0,-1 15,-17-1,18-14,0 15,17 0,-18-15,1 14,-18 1,18-15,-1 0,-17 15,0-1,18-14,0 15,-1-15,-17 15,18-15,-18 14,0 1,17-15,1 0,-18 15,18-15,-18 14,17-14,-17 15,0-1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16-04-17T14:20:13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210 677,'35'-29,"-17"14,-1 15,1-29,0 14,-1 0,-17 1,0-1,35 0,-35-14,18 29,-1 0,-17-29,0 14,18 15,0 0,-18-15,0 1,17 14,1-15,-1 15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16-04-17T14:20:13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514 677,'18'0,"-1"15,-17-1,18 1,-18 0,35-15,0 29,-35-14,0-1,0 1,0 0,0-1,36-14,-36 15,17-15,1 0,-18 15,0-1,35-14,-35 15,35-15,-17 0,-18 15,0 0,0-1,35-14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16-04-17T14:20:13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516 996,'0'-29,"0"14,18 15,-1-44,18 29,-17-14,0 0,17 14,0-14,0 29,-35-15,18-15,17 16,0-16,-17 30,-18-14,18 14,-18-15,17 15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16-04-15T20:40:5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1642 603,'-16'0,"-1"0,17 14,-17-14,1 13,-1-13,-16 0,16 14,-17-14,18 27,-18-27,1 0,16 14,0-14,1 28,-1-15,-50 1,50-14,-16 41,0-27,-34 13,33 1,18-28,-18 14,-16 13,33-27,-16 14,-1-1,18 15,-18-14,-16 13,17 14,-1-13,18-15,-18 15,-33 27,51-42,-18 15,-16 13,17 0,33-27,-34 13,18 1,-1-1,-33 28,50-28,-17 14,0-27,1 14,16-15,-17 29,0-15,17-13,-17 13,1 1,16 26,-17-26,0-1,17 28,-16-41,16 41,0-28,0 28,0-28,-17 1,0 27,17 27,-17-68,17 41,0-28,-16 96,16-68,0-27,0 13,-17 151,17-137,0-14,0 55,0-41,0 0,0 0,0-42,0 124,0-109,0 27,17-14,-17 0,0 14,33-14,-33-13,34 13,-18-14,-16 1,34-28,-1 13,1 28,-34-27,16 14,18-15,-1 1,1 27,-18-41,1 28,-17 13,50-14,-33-13,16 13,1 1,-1-1,-16-13,-1 13,18 1,33 27,16 13,-16-40,-33 13,-1-14,51-13,-84 0,33 13,17 1,17-28,-17 27,-33-27,16 0,17 14,1-14,-18 13,-16 1,16-14,1 0,-1 0,17 0,-17 0,-16 14,17-14,16 0,-17 0,1 0,-1 0,0 0,51 0,-51 0,1 0,33 0,0 0,100 0,-67 0,-33-14,-17 14,0-14,100 1,-49 13,-34-28,-34 28,34-27,67-42,-118 56,18-1,-1 0,1 14,-1-27,0 13,84-14,-83 15,33-1,0-27,-34 41,84-69,-84 69,-16 0,0-27,-17 13,33 0,1-13,-1 0,0-1,1 1,66-14,-83 13,0 1,66-28,-49 27,-1-54,0 41,1 27,-1-27,17-14,-50 28,34-14,16 13,-50-27,50-68,-16 68,-34 0,33 0,34-54,-34-42,-33 96,17-27,0 27,-17-28,0 42,0 27,16-40,-16-1,0 14,0 13,0 1,0-28,0-55,0 69,0 0,0 13,-16-54,16 68,0-27,-17 0,17 0,0-14,0 0,0 0,-17 14,0 0,-16-55,-17 55,50 13,0 15,-33-28,-1-55,1 82,-1-14,-16-13,33 14,1 13,-1 0,0 14,-66-82,66 68,-16-13,-18-14,-49-41,67 54,-1 1,-33-28,51 27,-85-40,85 54,-18-13,-16-1,17 1,-1-1,1 28,0-13,16 13,0-28,-33 14,33 14,-16-13,33-1,-50 0,-17 14,33 0,18 0,16-13,-34 13,-116-42,100 42,16 0,-33-13,34 13,16 0,-33 0,33 0,-16-14,-17 14,33 0,-16 0,-17 0,0 0,16 0,-16 0,17 0,16 0,-17 0,18 0,-1 0,-33 0,16 0,18 0,-18 14,-16-14,33 0,1 0,-18 0,18 0,-35 27,1-13,34-14,-1 0,17 14,-17-14,0 0,1 0,-18 0,1 13,33 1,-17-41,0 27,-16 13,16 1,1-14,-1 14,17-1,0 1,-34 0,18 0,16-1,-17-13,0 0,1 0,16 14,-17 0,17-1,-17 1,0-14,-16 14,33 0,-17 40,-16-54,16 14,-16 14,33-15,0 1,0 0,-34-14,34 27,-16-27,-1 14,0 13,17 1,-16-28,16 14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16-04-15T20:40:5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2646 695,'-16'0,"-1"-14,0 14,-16 0,-1 0,18 0,-18 0,1 0,-34 14,50-14,-16 0,16 0,0 0,-33 0,0 14,0-14,0 0,33 0,-83 13,33-13,50 0,-16 0,-34 14,-17 14,34-28,17 13,-34-13,17 0,-17 14,50 0,-16-14,16 13,-16 15,16-28,0 0,1 14,16-1,-67 1,50 0,-16-14,33 14,-34 27,1-14,16-27,0 28,17-15,-33 15,16-28,17 13,-16 1,-85 82,68-27,-1-56,1 56,0-41,-1 26,-16 29,0-70,17 29,16-1,-33-14,16 1,1 68,16-69,17 0,0 1,-17 41,17-42,0-13,0-1,-33 97,33-96,0 0,0 40,0-40,0 0,0 0,0 13,0 0,0-13,0 0,0 0,0 13,0 14,0-13,0-1,0-13,0 27,0-27,0 27,0-27,0-1,0 1,17 0,-17-1,0 1,0 0,0 13,33-27,-33 14,0 13,17 15,-17-15,0-13,0-1,17 1,-17 14,16-28,-16 27,17-54,0 27,-17 13,0 15,33-14,-16-1,16 15,-33-15,34-13,-1 55,-16-14,0-41,-17 14,33 0,-33 13,67 1,-51-28,18 27,-1 1,-16-28,0 0,-1 13,1-13,17 0,-1 28,-33-15,17-13,16 14,1 14,-1-28,0 13,-16 1,17-14,-34 28,33-28,-16 41,-1-41,1 13,17-13,-1 0,-33 14,17-14,16 14,-16-14,33 27,-33-27,16 0,0 14,-16 0,17-1,32 1,-15-14,-35 0,101 14,-50-14,-50 0,50 0,-1 14,51-14,-33 13,-17-13,-34 0,17 0,17 0,0 0,0 0,-17 0,50 0,-16 0,116 14,-133-14,0 0,-17 0,84 0,-84 0,0 0,0 0,51-14,-68 14,-16-13,66 13,-49 0,-1 0,1 0,-1 0,17-14,-33 14,16 0,17 0,0-14,67-27,-100 41,17 0,-1 0,-33-14,17 14,-1 0,18 0,-17 0,16 0,-16 0,33 0,0-13,-17 13,-16-14,33 14,17 0,0 0,-34 0,34-14,-50 0,16 1,68-42,-51 27,-17 28,17-68,-16 54,99-55,-99 56,-1-15,-16 1,0-1,16 1,0 13,-16 1,0-15,0 14,16 1,0-15,-16 1,0-1,16-13,1-14,-1 42,-16-15,-17 14,0-13,33 13,-33-13,34 13,-34-27,67-14,-67 28,33-14,-16 27,16-27,-16 27,0-13,16-15,-33 15,0 13,33 14,-33-14,17-13,0-42,-1 56,1-15,-17 1,17-1,-17 15,0-70,17 70,-1-15,-16-27,0 28,0-1,0-26,0-1,0 0,0 27,0 15,0-15,0 1,0 13,0-13,0-1,0 15,0-15,0-13,0 27,0-13,0 13,0-41,0 41,0-40,0 26,0 14,0-40,-16 54,16-14,-17 0,17 0,0-13,-17 0,17 13,0 0,0 0,0 1,-17 13,17-14,0 0,-16 14,16-13,-17-15,0 28,1 0,-1-27,-16 13,-1 0,34 0,-33 1,-17-1,16 0,1 1,16 13,-16 0,16 0,0 0,-16 0,16-14,-16 14,-1 0,1 0,-1 0,18 0,-1-14,-17 14,-16 0,17 0,16 0,-33 0,17 0,16 0,0 0,1 0,-18 0,1 0,16 0,-16-14,-18 14,18 0,-34-13,67-1,-67 14,34 0,-34-14,34 14,-1 0,-16 0,17 0,-17-13,16 13,-33 0,34 0,-1 0,1 0,-34-14,50 0,-49 14,32 0,-16 0,0 0,16 0,18 0,-18 0,18 0,-18 0,1-14,-1 14,-49-13,66 13,0 0,-49 0,32 0,-49 0,49 0,17 0,-16 0,-34 0,50 0,-33 0,17 0,-17 0,0 0,0 0,16 0,1 0,16 0,-33 0,33 0,0 0,1 0,-18 0,1 0,16 0,-16 0,-1 0,34-14,-16 14,-1 0,-17 0,18 0,-18 0,18 0,-1 0,0 0,-16 0,16 14,-16-1,-1-13,1 14,16 0,-33 13,33-27,1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16-04-17T12:00:5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-35 922,'105'0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16-04-17T14:20:54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210 407,'18'0,"-1"0,18 29,-35-14,18-15,-18 14,35-14,-35 15,0 0,18-1,-18 15,17-29,-17 15,18-15,-18 15,18-15,17 14,-35 1,17-30,19 15,-19 15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16-04-17T14:20:54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210 724,'18'-14,"17"-1,-35 0,0 0,17 15,1-14,0 14,-18-15,17 15,18-29,1 14,-19-14,1 29,17-30,-18 30,19-29,-19 29,-17-15,35 15,-17 0,0-29,-18 14,17 15,1 0,-1-29,-17 14,18 15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16-04-17T14:20:54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531 654,'0'15,"35"-1,-35 16,18-30,17 29,-35-14,17-1,-17 1,35 0,-35-1,0 1,0 0,0-1,0 1,35-15,-35 15,0-1,0 1,0 0,0-1,0 1,18-15,-18 15,0-1,0 1,18 0,-18-1,0 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16-04-17T14:20:54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529 949,'18'0,"-18"-14,0-1,17 15,1 0,-1 0,1 0,-18-15,18 1,-1-16,1 30,17-29,-17 29,-18-29,35 29,0-59,-17 59,-1-15,-17 1,0-1,18 15,-1-15,1 1,17 14,-35-15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16-04-17T13:44:22"/>
    </inkml:context>
    <inkml:brush xml:id="br0">
      <inkml:brushProperty name="width" value="0.09701" units="cm"/>
      <inkml:brushProperty name="height" value="0.09701" units="cm"/>
    </inkml:brush>
  </inkml:definitions>
  <inkml:trace contextRef="#ctx0" brushRef="#br0">1160 315,'17'0,"-17"15,0-1,0 1,0 0,18-1,-18 1,0 14,0-14,17-15,-17 15,0-1,0 1,0 0,0-1,0 1,0 0,0-1,0 30,0-29,0 0,0-1,35 1,-35 14,18-14,-18 0,17 43,-17-28,0-16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16-04-17T13:44:22"/>
    </inkml:context>
    <inkml:brush xml:id="br0">
      <inkml:brushProperty name="width" value="0.09701" units="cm"/>
      <inkml:brushProperty name="height" value="0.09701" units="cm"/>
    </inkml:brush>
  </inkml:definitions>
  <inkml:trace contextRef="#ctx0" brushRef="#br0">1151 461,'18'-14,"-1"-1,54-14,-36 29,18 0,-36-15,18 15,-17 0,0 0,17 0,-18 0,1 0,-18-14,18 14,-1 0,1-15,0 15,-1-14,18 14,-35-15,18 15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16-04-17T13:44:22"/>
    </inkml:context>
    <inkml:brush xml:id="br0">
      <inkml:brushProperty name="width" value="0.09701" units="cm"/>
      <inkml:brushProperty name="height" value="0.09701" units="cm"/>
    </inkml:brush>
  </inkml:definitions>
  <inkml:trace contextRef="#ctx0" brushRef="#br0">1083 494,'18'15,"-1"-15,89 117,-89-102,1 14,-1-29,1 0,0 14,-18 1,17 14,18 1,-17-1,-1 0,-17-14,36-15,-36 44,0-29,0-1,17 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16-04-17T13:44:22"/>
    </inkml:context>
    <inkml:brush xml:id="br0">
      <inkml:brushProperty name="width" value="0.09701" units="cm"/>
      <inkml:brushProperty name="height" value="0.09701" units="cm"/>
    </inkml:brush>
  </inkml:definitions>
  <inkml:trace contextRef="#ctx0" brushRef="#br0">1084 986,'0'-15,"0"1,18-16,17 1,-18 0,19-1,51-58,-34 59,-35 29,-1-30,1 30,52-58,-52 58,0-15,-18 0,35 1,-35-1,17 0,1 15,-18-14,18 14,-1 0,1-15,-1 0,1 1,-18-1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16-04-17T13:44:22"/>
    </inkml:context>
    <inkml:brush xml:id="br0">
      <inkml:brushProperty name="width" value="0.09701" units="cm"/>
      <inkml:brushProperty name="height" value="0.09701" units="cm"/>
    </inkml:brush>
  </inkml:definitions>
  <inkml:trace contextRef="#ctx0" brushRef="#br0">1143 781,'18'0,"17"0,-35 15,35-1,-17-14,-1 15,1 29,-18-29,0-1,0 1,0 0,18-15,-18 14,17-14,-17 15,18-15,-1 30,-17-16,18-14,0 15,-1-15,-17 44,18-44,17 15,-35-1,18-14,-18 15,17 0,19 14,-19-29,-17 29,35-29,-35 30,0-16,0 1,18-15,-36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16-04-17T13:44:22"/>
    </inkml:context>
    <inkml:brush xml:id="br0">
      <inkml:brushProperty name="width" value="0.09701" units="cm"/>
      <inkml:brushProperty name="height" value="0.09701" units="cm"/>
    </inkml:brush>
  </inkml:definitions>
  <inkml:trace contextRef="#ctx0" brushRef="#br0">1144 1334,'0'-15,"53"1,35-104,-53 89,-17 14,-1-29,-17 15,35 29,1-15,-36 0,0 1,35-1,-35-14,17 14,1 15,-18-29,18 14,17 0,-18 15,-17-15,36 1,-36-1,17 15,1 0,-18-15,17 1,71-1,-88 0,53-14,-35 29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16-04-17T13:44:22"/>
    </inkml:context>
    <inkml:brush xml:id="br0">
      <inkml:brushProperty name="width" value="0.09701" units="cm"/>
      <inkml:brushProperty name="height" value="0.09701" units="cm"/>
    </inkml:brush>
  </inkml:definitions>
  <inkml:trace contextRef="#ctx0" brushRef="#br0">1075 934,'0'15,"18"-15,-18 14,35 30,-18-44,1 15,-18 0,18-15,17 44,0-15,-17-14,-1-1,-17 1,18 0,17-15,-35 29,18-29,-18 29,35-29,-35 15,0-1,18-14,-18 15,0 0,17-1,-17 1,18-15,-18 15,0-1,35-14,-35 15,0 0,0 14,18-29,-1 29,1-14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16-04-17T13:44:22"/>
    </inkml:context>
    <inkml:brush xml:id="br0">
      <inkml:brushProperty name="width" value="0.09701" units="cm"/>
      <inkml:brushProperty name="height" value="0.09701" units="cm"/>
    </inkml:brush>
  </inkml:definitions>
  <inkml:trace contextRef="#ctx0" brushRef="#br0">1079 1340,'0'-15,"18"1,70-45,-71 30,18-1,-35 16,18-16,17 15,18-14,-53 14,0-14,18 29,-1 0,1 0,-18-15,35 15,-17-14,-18-1,17 15,19-15,-36 1,17-1,-17 0,35 1,-35-1,18 15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16-04-17T13:44:22"/>
    </inkml:context>
    <inkml:brush xml:id="br0">
      <inkml:brushProperty name="width" value="0.09701" units="cm"/>
      <inkml:brushProperty name="height" value="0.09701" units="cm"/>
    </inkml:brush>
  </inkml:definitions>
  <inkml:trace contextRef="#ctx0" brushRef="#br0">1242 890,'18'0,"-18"15,17-15,-17 14,0 1,18 0,-1 43,1-58,-18 30,0-16,0 1,17-15,-17 29,0 1,35-30,-17 29,-18-14,0-1,0 1,0 29,0-29,0-1,17-14,1 15,-18 0,0 14,0-14,0 14,0-15,0 1,0 0,0-1,0 16,0-1,0-14,17-15,1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16-04-17T13:44:22"/>
    </inkml:context>
    <inkml:brush xml:id="br0">
      <inkml:brushProperty name="width" value="0.09701" units="cm"/>
      <inkml:brushProperty name="height" value="0.09701" units="cm"/>
    </inkml:brush>
  </inkml:definitions>
  <inkml:trace contextRef="#ctx0" brushRef="#br0">1226 1223,'18'0,"-1"0,36-44,53-15,-1 45,19-45,-89 30,0 29,-17 0,-1 0,1-15,-18 0,53 0,-36 1,36-1,0 15,17-15,-52 1,0 14,-1 0,18 0,-17 0,0 0,-18-15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3972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685800" y="685800"/>
            <a:ext cx="54864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charset="0"/>
              </a:defRPr>
            </a:lvl1pPr>
          </a:lstStyle>
          <a:p>
            <a:pPr>
              <a:defRPr/>
            </a:pPr>
            <a:fld id="{CBDF1789-F276-4BD3-9F4F-4BCC6F7A253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771889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83" tIns="45041" rIns="90083" bIns="45041" anchor="b"/>
          <a:lstStyle>
            <a:lvl1pPr defTabSz="86518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03263" indent="-271463" defTabSz="86518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081088" indent="-215900" defTabSz="86518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512888" indent="-215900" defTabSz="86518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1946275" indent="-215900" defTabSz="86518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403475" indent="-215900" defTabSz="8651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860675" indent="-215900" defTabSz="8651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317875" indent="-215900" defTabSz="8651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775075" indent="-215900" defTabSz="8651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53737C95-8C92-4DBC-A037-CDC956D2AF18}" type="slidenum">
              <a:rPr kumimoji="0" lang="zh-CN" altLang="en-US" sz="1100"/>
              <a:pPr algn="r" eaLnBrk="1" hangingPunct="1">
                <a:spcBef>
                  <a:spcPct val="0"/>
                </a:spcBef>
              </a:pPr>
              <a:t>17</a:t>
            </a:fld>
            <a:endParaRPr kumimoji="0" lang="en-US" altLang="zh-CN" sz="1100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7388" y="685800"/>
            <a:ext cx="5486400" cy="3429000"/>
          </a:xfrm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83" tIns="45041" rIns="90083" bIns="45041"/>
          <a:lstStyle/>
          <a:p>
            <a:endParaRPr lang="en-US" altLang="zh-CN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8067" name="文本占位符 2"/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Times New Roman" pitchFamily="18" charset="0"/>
            </a:endParaRPr>
          </a:p>
        </p:txBody>
      </p:sp>
      <p:sp>
        <p:nvSpPr>
          <p:cNvPr id="88068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54689" indent="-290265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61059" indent="-232212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25483" indent="-232212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89907" indent="-232212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54331" indent="-232212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018754" indent="-232212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83178" indent="-232212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947602" indent="-232212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fld id="{7EF98784-51CC-4B5B-A8AE-292841454CE8}" type="slidenum">
              <a:rPr lang="zh-CN" altLang="en-US" sz="1200">
                <a:solidFill>
                  <a:prstClr val="black"/>
                </a:solidFill>
              </a:rPr>
              <a:pPr eaLnBrk="1" hangingPunct="1"/>
              <a:t>23</a:t>
            </a:fld>
            <a:endParaRPr lang="zh-CN" altLang="en-US" sz="120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9091" name="文本占位符 2"/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Times New Roman" pitchFamily="18" charset="0"/>
            </a:endParaRPr>
          </a:p>
        </p:txBody>
      </p:sp>
      <p:sp>
        <p:nvSpPr>
          <p:cNvPr id="89092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54689" indent="-290265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61059" indent="-232212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25483" indent="-232212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89907" indent="-232212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54331" indent="-232212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018754" indent="-232212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83178" indent="-232212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947602" indent="-232212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fld id="{BD971FD9-1DC9-4402-AF70-12AC912FF372}" type="slidenum">
              <a:rPr lang="zh-CN" altLang="en-US" sz="1200">
                <a:solidFill>
                  <a:prstClr val="black"/>
                </a:solidFill>
              </a:rPr>
              <a:pPr eaLnBrk="1" hangingPunct="1"/>
              <a:t>24</a:t>
            </a:fld>
            <a:endParaRPr lang="zh-CN" altLang="en-US" sz="120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90115" name="文本占位符 2"/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Times New Roman" pitchFamily="18" charset="0"/>
            </a:endParaRPr>
          </a:p>
        </p:txBody>
      </p:sp>
      <p:sp>
        <p:nvSpPr>
          <p:cNvPr id="90116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54689" indent="-290265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61059" indent="-232212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25483" indent="-232212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89907" indent="-232212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54331" indent="-232212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018754" indent="-232212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83178" indent="-232212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947602" indent="-232212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fld id="{4C3C8B58-DF9F-49AE-9D8B-FAD075BC0128}" type="slidenum">
              <a:rPr lang="zh-CN" altLang="en-US" sz="1200">
                <a:solidFill>
                  <a:prstClr val="black"/>
                </a:solidFill>
              </a:rPr>
              <a:pPr eaLnBrk="1" hangingPunct="1"/>
              <a:t>25</a:t>
            </a:fld>
            <a:endParaRPr lang="zh-CN" altLang="en-US" sz="120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91139" name="文本占位符 2"/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Times New Roman" pitchFamily="18" charset="0"/>
            </a:endParaRPr>
          </a:p>
        </p:txBody>
      </p:sp>
      <p:sp>
        <p:nvSpPr>
          <p:cNvPr id="91140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54689" indent="-290265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61059" indent="-232212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25483" indent="-232212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89907" indent="-232212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54331" indent="-232212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018754" indent="-232212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83178" indent="-232212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947602" indent="-232212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fld id="{A6948050-9D37-41F4-8152-731424D1B41A}" type="slidenum">
              <a:rPr lang="zh-CN" altLang="en-US" sz="1200">
                <a:solidFill>
                  <a:prstClr val="black"/>
                </a:solidFill>
              </a:rPr>
              <a:pPr eaLnBrk="1" hangingPunct="1"/>
              <a:t>26</a:t>
            </a:fld>
            <a:endParaRPr lang="zh-CN" altLang="en-US" sz="120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92163" name="文本占位符 2"/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Times New Roman" pitchFamily="18" charset="0"/>
            </a:endParaRPr>
          </a:p>
        </p:txBody>
      </p:sp>
      <p:sp>
        <p:nvSpPr>
          <p:cNvPr id="92164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54689" indent="-290265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61059" indent="-232212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25483" indent="-232212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89907" indent="-232212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54331" indent="-232212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018754" indent="-232212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83178" indent="-232212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947602" indent="-232212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fld id="{57341501-3B88-46B5-B03A-E3D14A7B000E}" type="slidenum">
              <a:rPr lang="zh-CN" altLang="en-US" sz="1200">
                <a:solidFill>
                  <a:prstClr val="black"/>
                </a:solidFill>
              </a:rPr>
              <a:pPr eaLnBrk="1" hangingPunct="1"/>
              <a:t>27</a:t>
            </a:fld>
            <a:endParaRPr lang="zh-CN" altLang="en-US" sz="120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93187" name="文本占位符 2"/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Times New Roman" pitchFamily="18" charset="0"/>
            </a:endParaRPr>
          </a:p>
        </p:txBody>
      </p:sp>
      <p:sp>
        <p:nvSpPr>
          <p:cNvPr id="93188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54689" indent="-290265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61059" indent="-232212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25483" indent="-232212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89907" indent="-232212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54331" indent="-232212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018754" indent="-232212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83178" indent="-232212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947602" indent="-232212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fld id="{FEA4EFAA-CFAB-4D48-9322-9344859A92A9}" type="slidenum">
              <a:rPr lang="zh-CN" altLang="en-US" sz="1200">
                <a:solidFill>
                  <a:prstClr val="black"/>
                </a:solidFill>
              </a:rPr>
              <a:pPr eaLnBrk="1" hangingPunct="1"/>
              <a:t>28</a:t>
            </a:fld>
            <a:endParaRPr lang="zh-CN" altLang="en-US" sz="120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94211" name="文本占位符 2"/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Times New Roman" pitchFamily="18" charset="0"/>
            </a:endParaRPr>
          </a:p>
        </p:txBody>
      </p:sp>
      <p:sp>
        <p:nvSpPr>
          <p:cNvPr id="94212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54689" indent="-290265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61059" indent="-232212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25483" indent="-232212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89907" indent="-232212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54331" indent="-232212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018754" indent="-232212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83178" indent="-232212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947602" indent="-232212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fld id="{C49E3001-E7F4-4BA2-B23E-5ED840F9D7FB}" type="slidenum">
              <a:rPr lang="zh-CN" altLang="en-US" sz="1200">
                <a:solidFill>
                  <a:prstClr val="black"/>
                </a:solidFill>
              </a:rPr>
              <a:pPr eaLnBrk="1" hangingPunct="1"/>
              <a:t>29</a:t>
            </a:fld>
            <a:endParaRPr lang="zh-CN" altLang="en-US" sz="120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95235" name="文本占位符 2"/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Times New Roman" pitchFamily="18" charset="0"/>
            </a:endParaRPr>
          </a:p>
        </p:txBody>
      </p:sp>
      <p:sp>
        <p:nvSpPr>
          <p:cNvPr id="95236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54689" indent="-290265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61059" indent="-232212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25483" indent="-232212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89907" indent="-232212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54331" indent="-232212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018754" indent="-232212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83178" indent="-232212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947602" indent="-232212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fld id="{82B115E5-2818-4D2D-B8E2-406ABEAB4E21}" type="slidenum">
              <a:rPr lang="zh-CN" altLang="en-US" sz="1200">
                <a:solidFill>
                  <a:prstClr val="black"/>
                </a:solidFill>
              </a:rPr>
              <a:pPr eaLnBrk="1" hangingPunct="1"/>
              <a:t>30</a:t>
            </a:fld>
            <a:endParaRPr lang="zh-CN" altLang="en-US" sz="120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85800" y="2665413"/>
            <a:ext cx="7772400" cy="14287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397001"/>
            <a:ext cx="7772400" cy="1281906"/>
          </a:xfrm>
        </p:spPr>
        <p:txBody>
          <a:bodyPr anchor="b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678906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FD22C1-BCAF-4E4C-872B-0FC31504F56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3330923"/>
      </p:ext>
    </p:extLst>
  </p:cSld>
  <p:clrMapOvr>
    <a:masterClrMapping/>
  </p:clrMapOvr>
  <p:transition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57200" y="1176338"/>
            <a:ext cx="8229600" cy="14287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>
          <a:xfrm>
            <a:off x="73025" y="5334000"/>
            <a:ext cx="3200400" cy="236538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330825" y="5334000"/>
            <a:ext cx="3733800" cy="236538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63635E-53F2-48CC-AE10-54A9C966BE9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9420858"/>
      </p:ext>
    </p:extLst>
  </p:cSld>
  <p:clrMapOvr>
    <a:masterClrMapping/>
  </p:clrMapOvr>
  <p:transition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85800" y="2619375"/>
            <a:ext cx="7772400" cy="14288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2619375"/>
            <a:ext cx="7772400" cy="1135062"/>
          </a:xfrm>
        </p:spPr>
        <p:txBody>
          <a:bodyPr anchor="t"/>
          <a:lstStyle>
            <a:lvl1pPr algn="ctr">
              <a:defRPr sz="4000" b="0" cap="all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1369218"/>
            <a:ext cx="7772400" cy="1250156"/>
          </a:xfrm>
        </p:spPr>
        <p:txBody>
          <a:bodyPr anchor="b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882901-F0D1-435A-AE32-A5D94373904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9384313"/>
      </p:ext>
    </p:extLst>
  </p:cSld>
  <p:clrMapOvr>
    <a:masterClrMapping/>
  </p:clrMapOvr>
  <p:transition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457200" y="1176338"/>
            <a:ext cx="8229600" cy="14287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33501"/>
            <a:ext cx="4038600" cy="377163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33501"/>
            <a:ext cx="4038600" cy="377163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04FA3D-50DA-4BC4-B560-04ACF208EF7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4397520"/>
      </p:ext>
    </p:extLst>
  </p:cSld>
  <p:clrMapOvr>
    <a:masterClrMapping/>
  </p:clrMapOvr>
  <p:transition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57200" y="1176338"/>
            <a:ext cx="8229600" cy="14287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79261"/>
            <a:ext cx="4040188" cy="533136"/>
          </a:xfrm>
        </p:spPr>
        <p:txBody>
          <a:bodyPr anchor="b"/>
          <a:lstStyle>
            <a:lvl1pPr marL="0" indent="0">
              <a:buNone/>
              <a:defRPr sz="24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sz="20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2pPr>
            <a:lvl3pPr marL="914400" indent="0">
              <a:buNone/>
              <a:defRPr sz="18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3pPr>
            <a:lvl4pPr marL="13716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4pPr>
            <a:lvl5pPr marL="18288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812396"/>
            <a:ext cx="4040188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7" y="1279261"/>
            <a:ext cx="4041775" cy="533136"/>
          </a:xfrm>
        </p:spPr>
        <p:txBody>
          <a:bodyPr anchor="b"/>
          <a:lstStyle>
            <a:lvl1pPr marL="0" indent="0">
              <a:buNone/>
              <a:defRPr sz="24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sz="20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2pPr>
            <a:lvl3pPr marL="914400" indent="0">
              <a:buNone/>
              <a:defRPr sz="18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3pPr>
            <a:lvl4pPr marL="13716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4pPr>
            <a:lvl5pPr marL="18288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7" y="1812396"/>
            <a:ext cx="4041775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23EDD8-09BE-4093-A38F-ADEC75A871F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0160236"/>
      </p:ext>
    </p:extLst>
  </p:cSld>
  <p:clrMapOvr>
    <a:masterClrMapping/>
  </p:clrMapOvr>
  <p:transition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457200" y="1176338"/>
            <a:ext cx="8229600" cy="14287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457ADD-DB79-4DFE-87C4-9D8F370187B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0331180"/>
      </p:ext>
    </p:extLst>
  </p:cSld>
  <p:clrMapOvr>
    <a:masterClrMapping/>
  </p:clrMapOvr>
  <p:transition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27AB08-1767-4EE6-9CD3-119746F3AF5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91995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786063" y="877888"/>
            <a:ext cx="5903912" cy="14287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86050" y="190500"/>
            <a:ext cx="5900752" cy="702456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86050" y="952487"/>
            <a:ext cx="5900750" cy="428628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5" y="952487"/>
            <a:ext cx="2257408" cy="4286280"/>
          </a:xfrm>
        </p:spPr>
        <p:txBody>
          <a:bodyPr anchor="ctr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FE8849-2375-45C2-BA60-B30B5A51B7A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9291984"/>
      </p:ext>
    </p:extLst>
  </p:cSld>
  <p:clrMapOvr>
    <a:masterClrMapping/>
  </p:clrMapOvr>
  <p:transition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3400" y="254000"/>
            <a:ext cx="6400800" cy="571500"/>
          </a:xfrm>
        </p:spPr>
        <p:txBody>
          <a:bodyPr/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701552" y="952501"/>
            <a:ext cx="7223248" cy="3316810"/>
          </a:xfrm>
          <a:prstGeom prst="roundRect">
            <a:avLst>
              <a:gd name="adj" fmla="val 18278"/>
            </a:avLst>
          </a:prstGeom>
          <a:solidFill>
            <a:schemeClr val="accent1">
              <a:tint val="40000"/>
            </a:schemeClr>
          </a:solidFill>
          <a:ln w="50800" cap="rnd">
            <a:gradFill flip="none" rotWithShape="1">
              <a:gsLst>
                <a:gs pos="0">
                  <a:schemeClr val="accent1">
                    <a:shade val="50000"/>
                  </a:schemeClr>
                </a:gs>
                <a:gs pos="20000">
                  <a:schemeClr val="accent2">
                    <a:shade val="50000"/>
                  </a:schemeClr>
                </a:gs>
                <a:gs pos="40000">
                  <a:schemeClr val="accent3">
                    <a:shade val="50000"/>
                  </a:schemeClr>
                </a:gs>
                <a:gs pos="60000">
                  <a:schemeClr val="accent4">
                    <a:shade val="50000"/>
                  </a:schemeClr>
                </a:gs>
                <a:gs pos="80000">
                  <a:schemeClr val="accent5">
                    <a:shade val="50000"/>
                  </a:schemeClr>
                </a:gs>
                <a:gs pos="100000">
                  <a:schemeClr val="accent6">
                    <a:shade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  <a:effectLst>
            <a:outerShdw blurRad="50800" dist="38100" dir="5400000" algn="tl" rotWithShape="0">
              <a:prstClr val="black">
                <a:alpha val="50000"/>
              </a:prstClr>
            </a:outerShdw>
          </a:effectLst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62200" y="4508501"/>
            <a:ext cx="5657888" cy="670719"/>
          </a:xfrm>
        </p:spPr>
        <p:txBody>
          <a:bodyPr anchor="ctr"/>
          <a:lstStyle>
            <a:lvl1pPr marL="0" indent="0" algn="r">
              <a:buNone/>
              <a:defRPr sz="1200" b="0"/>
            </a:lvl1pPr>
            <a:lvl2pPr marL="457200" indent="0" algn="r">
              <a:buNone/>
              <a:defRPr sz="1200" b="0"/>
            </a:lvl2pPr>
            <a:lvl3pPr marL="914400" indent="0" algn="r">
              <a:buNone/>
              <a:defRPr sz="1200" b="0"/>
            </a:lvl3pPr>
            <a:lvl4pPr marL="1371600" indent="0" algn="r">
              <a:buNone/>
              <a:defRPr sz="1200" b="0"/>
            </a:lvl4pPr>
            <a:lvl5pPr marL="1828800" indent="0" algn="r">
              <a:buNone/>
              <a:defRPr sz="1200" b="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04D11E-FFC1-46F1-BCA4-6566380008E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0791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57200" y="1176338"/>
            <a:ext cx="8229600" cy="14287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9DB945-99E0-4315-8998-529A8A93EFD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4287754"/>
      </p:ext>
    </p:extLst>
  </p:cSld>
  <p:clrMapOvr>
    <a:masterClrMapping/>
  </p:clrMapOvr>
  <p:transition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215206" y="228865"/>
            <a:ext cx="1471594" cy="500990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28865"/>
            <a:ext cx="6686568" cy="500990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150334-4BD8-4ECD-B60E-F745C3386F5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2027993"/>
      </p:ext>
    </p:extLst>
  </p:cSld>
  <p:clrMapOvr>
    <a:masterClrMapping/>
  </p:clrMapOvr>
  <p:transition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5"/>
            <a:ext cx="7772400" cy="122502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10193690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7067913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0905072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95288" y="1236928"/>
            <a:ext cx="4144962" cy="42240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92650" y="1236928"/>
            <a:ext cx="4146550" cy="42240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6517124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525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79261"/>
            <a:ext cx="4040188" cy="53313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812396"/>
            <a:ext cx="4040188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7" y="1279261"/>
            <a:ext cx="4041775" cy="53313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7" y="1812396"/>
            <a:ext cx="4041775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2685549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7117212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92771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27541"/>
            <a:ext cx="3008313" cy="968376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27543"/>
            <a:ext cx="5111750" cy="487759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195918"/>
            <a:ext cx="3008313" cy="39092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6719979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000500"/>
            <a:ext cx="5486400" cy="472282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510646"/>
            <a:ext cx="5486400" cy="3429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472782"/>
            <a:ext cx="5486400" cy="6707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0182132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33725419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05600" y="254000"/>
            <a:ext cx="2133600" cy="5207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4800" y="254000"/>
            <a:ext cx="6248400" cy="5207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102078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5565775"/>
            <a:ext cx="9144000" cy="149225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0" lang="zh-CN" altLang="en-US"/>
          </a:p>
        </p:txBody>
      </p:sp>
      <p:sp>
        <p:nvSpPr>
          <p:cNvPr id="1027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28600"/>
            <a:ext cx="8229600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8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333500"/>
            <a:ext cx="8229600" cy="3905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6200" y="5334000"/>
            <a:ext cx="3200400" cy="236538"/>
          </a:xfrm>
          <a:prstGeom prst="rect">
            <a:avLst/>
          </a:prstGeom>
        </p:spPr>
        <p:txBody>
          <a:bodyPr vert="horz" rtlCol="0" anchor="b"/>
          <a:lstStyle>
            <a:lvl1pPr algn="l" eaLnBrk="1" latinLnBrk="0" hangingPunct="1">
              <a:defRPr kumimoji="0" sz="110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5334000" y="5334000"/>
            <a:ext cx="3733800" cy="236538"/>
          </a:xfrm>
          <a:prstGeom prst="rect">
            <a:avLst/>
          </a:prstGeom>
        </p:spPr>
        <p:txBody>
          <a:bodyPr vert="horz" rtlCol="0" anchor="ctr"/>
          <a:lstStyle>
            <a:lvl1pPr algn="r" eaLnBrk="1" latinLnBrk="0" hangingPunct="1">
              <a:defRPr kumimoji="0" sz="110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114800" y="5334000"/>
            <a:ext cx="914400" cy="236538"/>
          </a:xfrm>
          <a:prstGeom prst="rect">
            <a:avLst/>
          </a:prstGeom>
          <a:noFill/>
        </p:spPr>
        <p:txBody>
          <a:bodyPr vert="horz" lIns="45720" rIns="45720" rtlCol="0" anchor="ctr"/>
          <a:lstStyle>
            <a:lvl1pPr algn="ctr" eaLnBrk="1" latinLnBrk="0" hangingPunct="1">
              <a:defRPr kumimoji="0" sz="1100" b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charset="0"/>
              </a:defRPr>
            </a:lvl1pPr>
          </a:lstStyle>
          <a:p>
            <a:pPr>
              <a:defRPr/>
            </a:pPr>
            <a:fld id="{48D5B106-7A06-4F40-91FA-49B10AE8358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9144000" cy="90488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0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90" r:id="rId1"/>
    <p:sldLayoutId id="2147484391" r:id="rId2"/>
    <p:sldLayoutId id="2147484392" r:id="rId3"/>
    <p:sldLayoutId id="2147484393" r:id="rId4"/>
    <p:sldLayoutId id="2147484394" r:id="rId5"/>
    <p:sldLayoutId id="2147484395" r:id="rId6"/>
    <p:sldLayoutId id="2147484396" r:id="rId7"/>
    <p:sldLayoutId id="2147484397" r:id="rId8"/>
    <p:sldLayoutId id="2147484398" r:id="rId9"/>
    <p:sldLayoutId id="2147484399" r:id="rId10"/>
    <p:sldLayoutId id="2147484378" r:id="rId11"/>
  </p:sldLayoutIdLst>
  <p:transition>
    <p:wipe dir="r"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50000"/>
        <a:buFont typeface="Wingdings 2" pitchFamily="18" charset="2"/>
        <a:buChar char="ß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50000"/>
        <a:buFont typeface="Wingdings 2" pitchFamily="18" charset="2"/>
        <a:buChar char="Þ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50000"/>
        <a:buFont typeface="Wingdings 2" pitchFamily="18" charset="2"/>
        <a:buChar char="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50000"/>
        <a:buFont typeface="Wingdings 2" pitchFamily="18" charset="2"/>
        <a:buChar char="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50000"/>
        <a:buFont typeface="Wingdings 2" pitchFamily="18" charset="2"/>
        <a:buChar char="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0" y="0"/>
            <a:ext cx="6515100" cy="254000"/>
          </a:xfrm>
          <a:prstGeom prst="rect">
            <a:avLst/>
          </a:prstGeom>
          <a:solidFill>
            <a:srgbClr val="0E7589"/>
          </a:solidFill>
          <a:ln>
            <a:noFill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defRPr/>
            </a:pPr>
            <a:r>
              <a:rPr kumimoji="0" lang="en-US" sz="1600" i="1" dirty="0">
                <a:solidFill>
                  <a:srgbClr val="FFFFFF"/>
                </a:solidFill>
                <a:latin typeface="+mn-lt"/>
                <a:ea typeface="ＭＳ Ｐゴシック" charset="-128"/>
                <a:cs typeface="ＭＳ Ｐゴシック" charset="-128"/>
              </a:rPr>
              <a:t>P</a:t>
            </a:r>
            <a:r>
              <a:rPr kumimoji="0" lang="en-US" altLang="zh-CN" sz="1600" i="1" dirty="0">
                <a:solidFill>
                  <a:srgbClr val="FFFFFF"/>
                </a:solidFill>
                <a:latin typeface="+mn-lt"/>
                <a:ea typeface="ＭＳ Ｐゴシック" charset="-128"/>
                <a:cs typeface="ＭＳ Ｐゴシック" charset="-128"/>
              </a:rPr>
              <a:t>rinciples</a:t>
            </a:r>
            <a:r>
              <a:rPr kumimoji="0" lang="zh-CN" altLang="en-US" sz="1600" i="1" dirty="0">
                <a:solidFill>
                  <a:srgbClr val="FFFFFF"/>
                </a:solidFill>
                <a:latin typeface="+mn-lt"/>
                <a:ea typeface="ＭＳ Ｐゴシック" charset="-128"/>
                <a:cs typeface="ＭＳ Ｐゴシック" charset="-128"/>
              </a:rPr>
              <a:t> </a:t>
            </a:r>
            <a:r>
              <a:rPr kumimoji="0" lang="en-US" altLang="zh-CN" sz="1600" i="1" dirty="0">
                <a:solidFill>
                  <a:srgbClr val="FFFFFF"/>
                </a:solidFill>
                <a:latin typeface="+mn-lt"/>
                <a:ea typeface="ＭＳ Ｐゴシック" charset="-128"/>
                <a:cs typeface="ＭＳ Ｐゴシック" charset="-128"/>
              </a:rPr>
              <a:t>and</a:t>
            </a:r>
            <a:r>
              <a:rPr kumimoji="0" lang="zh-CN" altLang="en-US" sz="1600" i="1" dirty="0">
                <a:solidFill>
                  <a:srgbClr val="FFFFFF"/>
                </a:solidFill>
                <a:latin typeface="+mn-lt"/>
                <a:ea typeface="ＭＳ Ｐゴシック" charset="-128"/>
                <a:cs typeface="ＭＳ Ｐゴシック" charset="-128"/>
              </a:rPr>
              <a:t> </a:t>
            </a:r>
            <a:r>
              <a:rPr kumimoji="0" lang="en-US" altLang="zh-CN" sz="1600" i="1" dirty="0">
                <a:solidFill>
                  <a:srgbClr val="FFFFFF"/>
                </a:solidFill>
                <a:latin typeface="+mn-lt"/>
                <a:ea typeface="ＭＳ Ｐゴシック" charset="-128"/>
                <a:cs typeface="ＭＳ Ｐゴシック" charset="-128"/>
              </a:rPr>
              <a:t>Applications</a:t>
            </a:r>
            <a:r>
              <a:rPr kumimoji="0" lang="zh-CN" altLang="en-US" sz="1600" i="1" dirty="0">
                <a:solidFill>
                  <a:srgbClr val="FFFFFF"/>
                </a:solidFill>
                <a:latin typeface="+mn-lt"/>
                <a:ea typeface="ＭＳ Ｐゴシック" charset="-128"/>
                <a:cs typeface="ＭＳ Ｐゴシック" charset="-128"/>
              </a:rPr>
              <a:t> </a:t>
            </a:r>
            <a:r>
              <a:rPr kumimoji="0" lang="en-US" altLang="zh-CN" sz="1600" i="1" dirty="0">
                <a:solidFill>
                  <a:srgbClr val="FFFFFF"/>
                </a:solidFill>
                <a:latin typeface="+mn-lt"/>
                <a:ea typeface="ＭＳ Ｐゴシック" charset="-128"/>
                <a:cs typeface="ＭＳ Ｐゴシック" charset="-128"/>
              </a:rPr>
              <a:t>of</a:t>
            </a:r>
            <a:r>
              <a:rPr kumimoji="0" lang="zh-CN" altLang="en-US" sz="1600" i="1" dirty="0">
                <a:solidFill>
                  <a:srgbClr val="FFFFFF"/>
                </a:solidFill>
                <a:latin typeface="+mn-lt"/>
                <a:ea typeface="ＭＳ Ｐゴシック" charset="-128"/>
                <a:cs typeface="ＭＳ Ｐゴシック" charset="-128"/>
              </a:rPr>
              <a:t> </a:t>
            </a:r>
            <a:r>
              <a:rPr kumimoji="0" lang="en-US" altLang="zh-CN" sz="1600" i="1" dirty="0">
                <a:solidFill>
                  <a:srgbClr val="FFFFFF"/>
                </a:solidFill>
                <a:latin typeface="+mn-lt"/>
                <a:ea typeface="ＭＳ Ｐゴシック" charset="-128"/>
                <a:cs typeface="ＭＳ Ｐゴシック" charset="-128"/>
              </a:rPr>
              <a:t>Business</a:t>
            </a:r>
            <a:r>
              <a:rPr kumimoji="0" lang="zh-CN" altLang="en-US" sz="1600" i="1" dirty="0">
                <a:solidFill>
                  <a:srgbClr val="FFFFFF"/>
                </a:solidFill>
                <a:latin typeface="+mn-lt"/>
                <a:ea typeface="ＭＳ Ｐゴシック" charset="-128"/>
                <a:cs typeface="ＭＳ Ｐゴシック" charset="-128"/>
              </a:rPr>
              <a:t> </a:t>
            </a:r>
            <a:r>
              <a:rPr kumimoji="0" lang="en-US" altLang="zh-CN" sz="1600" i="1" dirty="0">
                <a:solidFill>
                  <a:srgbClr val="FFFFFF"/>
                </a:solidFill>
                <a:latin typeface="+mn-lt"/>
                <a:ea typeface="ＭＳ Ｐゴシック" charset="-128"/>
                <a:cs typeface="ＭＳ Ｐゴシック" charset="-128"/>
              </a:rPr>
              <a:t>Intelligence</a:t>
            </a:r>
            <a:endParaRPr kumimoji="0" lang="en-US" sz="1600" i="1" dirty="0">
              <a:solidFill>
                <a:srgbClr val="FFFFFF"/>
              </a:solidFill>
              <a:latin typeface="+mn-lt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6477000" y="0"/>
            <a:ext cx="2687638" cy="254000"/>
          </a:xfrm>
          <a:prstGeom prst="rect">
            <a:avLst/>
          </a:prstGeom>
          <a:solidFill>
            <a:srgbClr val="139CB7"/>
          </a:solidFill>
          <a:ln>
            <a:noFill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Lucida Sans" panose="020B0602030504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Lucida Sans" panose="020B0602030504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Lucida Sans" panose="020B0602030504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Lucida Sans" panose="020B0602030504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Lucida Sans" panose="020B0602030504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Lucida Sans" panose="020B0602030504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Lucida Sans" panose="020B0602030504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Lucida Sans" panose="020B0602030504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Lucida Sans" panose="020B0602030504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kumimoji="0" lang="en-US" altLang="zh-CN" sz="1600" i="1" dirty="0">
                <a:solidFill>
                  <a:srgbClr val="FFFFFF"/>
                </a:solidFill>
                <a:latin typeface="Calibri" panose="020F0502020204030204" pitchFamily="34" charset="0"/>
                <a:ea typeface="MS PGothic" panose="020B0600070205080204" pitchFamily="34" charset="-128"/>
              </a:rPr>
              <a:t>Chap</a:t>
            </a:r>
            <a:r>
              <a:rPr kumimoji="0" lang="zh-CN" altLang="en-US" sz="1600" dirty="0">
                <a:solidFill>
                  <a:srgbClr val="FFFFFF"/>
                </a:solidFill>
                <a:latin typeface="Calibri" panose="020F0502020204030204" pitchFamily="34" charset="0"/>
                <a:ea typeface="MS PGothic" panose="020B0600070205080204" pitchFamily="34" charset="-128"/>
              </a:rPr>
              <a:t> </a:t>
            </a:r>
            <a:r>
              <a:rPr kumimoji="0" lang="en-US" altLang="zh-CN" sz="1600" dirty="0">
                <a:solidFill>
                  <a:srgbClr val="FFFFFF"/>
                </a:solidFill>
                <a:latin typeface="Calibri" panose="020F0502020204030204" pitchFamily="34" charset="0"/>
                <a:ea typeface="MS PGothic" panose="020B0600070205080204" pitchFamily="34" charset="-128"/>
              </a:rPr>
              <a:t>6</a:t>
            </a:r>
            <a:r>
              <a:rPr kumimoji="0" lang="zh-CN" altLang="en-US" sz="1600" dirty="0">
                <a:solidFill>
                  <a:srgbClr val="FFFFFF"/>
                </a:solidFill>
                <a:latin typeface="Calibri" panose="020F0502020204030204" pitchFamily="34" charset="0"/>
                <a:ea typeface="MS PGothic" panose="020B0600070205080204" pitchFamily="34" charset="-128"/>
              </a:rPr>
              <a:t> ： 聚类分析</a:t>
            </a:r>
            <a:endParaRPr kumimoji="0" lang="en-US" altLang="zh-CN" sz="1600" dirty="0">
              <a:solidFill>
                <a:srgbClr val="FFFFFF"/>
              </a:solidFill>
              <a:latin typeface="Calibri" panose="020F0502020204030204" pitchFamily="34" charset="0"/>
              <a:ea typeface="MS PGothic" panose="020B0600070205080204" pitchFamily="34" charset="-128"/>
            </a:endParaRPr>
          </a:p>
        </p:txBody>
      </p:sp>
      <p:sp>
        <p:nvSpPr>
          <p:cNvPr id="1030" name="矩形 1"/>
          <p:cNvSpPr>
            <a:spLocks noChangeArrowheads="1"/>
          </p:cNvSpPr>
          <p:nvPr/>
        </p:nvSpPr>
        <p:spPr bwMode="auto">
          <a:xfrm>
            <a:off x="8229600" y="5408613"/>
            <a:ext cx="923925" cy="34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ts val="2000"/>
              </a:lnSpc>
              <a:defRPr/>
            </a:pPr>
            <a:r>
              <a:rPr kumimoji="0" lang="en-US" altLang="zh-CN" sz="1800">
                <a:latin typeface="Lucida Sans" pitchFamily="34" charset="0"/>
                <a:ea typeface="微软雅黑" pitchFamily="34" charset="-122"/>
              </a:rPr>
              <a:t> </a:t>
            </a:r>
            <a:fld id="{5EE3F485-DC89-4385-B539-FFCCEAC3E9D0}" type="slidenum">
              <a:rPr kumimoji="0" lang="en-US" altLang="zh-CN" sz="1800" smtClean="0">
                <a:latin typeface="Lucida Sans" pitchFamily="34" charset="0"/>
                <a:ea typeface="微软雅黑" pitchFamily="34" charset="-122"/>
              </a:rPr>
              <a:pPr algn="ctr" eaLnBrk="1" hangingPunct="1">
                <a:lnSpc>
                  <a:spcPts val="2000"/>
                </a:lnSpc>
                <a:defRPr/>
              </a:pPr>
              <a:t>‹#›</a:t>
            </a:fld>
            <a:endParaRPr kumimoji="0" lang="en-US" altLang="zh-CN" sz="1800">
              <a:latin typeface="Lucida Sans" pitchFamily="34" charset="0"/>
              <a:ea typeface="微软雅黑" pitchFamily="34" charset="-122"/>
            </a:endParaRPr>
          </a:p>
        </p:txBody>
      </p:sp>
      <p:cxnSp>
        <p:nvCxnSpPr>
          <p:cNvPr id="8" name="Straight Connector 9"/>
          <p:cNvCxnSpPr>
            <a:cxnSpLocks noChangeShapeType="1"/>
          </p:cNvCxnSpPr>
          <p:nvPr/>
        </p:nvCxnSpPr>
        <p:spPr bwMode="auto">
          <a:xfrm>
            <a:off x="228600" y="1079500"/>
            <a:ext cx="8686800" cy="1588"/>
          </a:xfrm>
          <a:prstGeom prst="line">
            <a:avLst/>
          </a:prstGeom>
          <a:noFill/>
          <a:ln w="38100">
            <a:solidFill>
              <a:srgbClr val="139CB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54" name="Title Placeholder 1"/>
          <p:cNvSpPr>
            <a:spLocks noGrp="1"/>
          </p:cNvSpPr>
          <p:nvPr>
            <p:ph type="title"/>
          </p:nvPr>
        </p:nvSpPr>
        <p:spPr bwMode="auto">
          <a:xfrm>
            <a:off x="304800" y="254000"/>
            <a:ext cx="85344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205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395288" y="1236663"/>
            <a:ext cx="8443912" cy="422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79" r:id="rId1"/>
    <p:sldLayoutId id="2147484380" r:id="rId2"/>
    <p:sldLayoutId id="2147484381" r:id="rId3"/>
    <p:sldLayoutId id="2147484382" r:id="rId4"/>
    <p:sldLayoutId id="2147484383" r:id="rId5"/>
    <p:sldLayoutId id="2147484384" r:id="rId6"/>
    <p:sldLayoutId id="2147484385" r:id="rId7"/>
    <p:sldLayoutId id="2147484386" r:id="rId8"/>
    <p:sldLayoutId id="2147484387" r:id="rId9"/>
    <p:sldLayoutId id="2147484388" r:id="rId10"/>
    <p:sldLayoutId id="2147484389" r:id="rId11"/>
  </p:sldLayoutIdLst>
  <p:hf hdr="0" ftr="0" dt="0"/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+mj-lt"/>
          <a:ea typeface="+mj-ea"/>
          <a:cs typeface="+mj-cs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微软雅黑" pitchFamily="34" charset="-122"/>
          <a:ea typeface="宋体" pitchFamily="2" charset="-122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微软雅黑" pitchFamily="34" charset="-122"/>
          <a:ea typeface="宋体" pitchFamily="2" charset="-122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微软雅黑" pitchFamily="34" charset="-122"/>
          <a:ea typeface="宋体" pitchFamily="2" charset="-122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微软雅黑" pitchFamily="34" charset="-122"/>
          <a:ea typeface="宋体" pitchFamily="2" charset="-122"/>
        </a:defRPr>
      </a:lvl5pPr>
      <a:lvl6pPr marL="457200" algn="l" defTabSz="457200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微软雅黑" pitchFamily="34" charset="-122"/>
          <a:ea typeface="宋体" pitchFamily="2" charset="-122"/>
        </a:defRPr>
      </a:lvl6pPr>
      <a:lvl7pPr marL="914400" algn="l" defTabSz="457200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微软雅黑" pitchFamily="34" charset="-122"/>
          <a:ea typeface="宋体" pitchFamily="2" charset="-122"/>
        </a:defRPr>
      </a:lvl7pPr>
      <a:lvl8pPr marL="1371600" algn="l" defTabSz="457200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微软雅黑" pitchFamily="34" charset="-122"/>
          <a:ea typeface="宋体" pitchFamily="2" charset="-122"/>
        </a:defRPr>
      </a:lvl8pPr>
      <a:lvl9pPr marL="1828800" algn="l" defTabSz="457200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微软雅黑" pitchFamily="34" charset="-122"/>
          <a:ea typeface="宋体" pitchFamily="2" charset="-122"/>
        </a:defRPr>
      </a:lvl9pPr>
    </p:titleStyle>
    <p:bodyStyle>
      <a:lvl1pPr marL="342900" indent="-342900" algn="l" defTabSz="457200" rtl="0" eaLnBrk="0" fontAlgn="base" hangingPunct="0">
        <a:spcBef>
          <a:spcPts val="1200"/>
        </a:spcBef>
        <a:spcAft>
          <a:spcPct val="0"/>
        </a:spcAft>
        <a:buClr>
          <a:srgbClr val="437085"/>
        </a:buClr>
        <a:buFont typeface="Wingdings" pitchFamily="2" charset="2"/>
        <a:buChar char="§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ts val="1200"/>
        </a:spcBef>
        <a:spcAft>
          <a:spcPct val="0"/>
        </a:spcAft>
        <a:buClr>
          <a:srgbClr val="357E69"/>
        </a:buClr>
        <a:buFont typeface="Symbol" pitchFamily="18" charset="2"/>
        <a:buChar char="-"/>
        <a:defRPr sz="2400">
          <a:solidFill>
            <a:srgbClr val="800000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ts val="1200"/>
        </a:spcBef>
        <a:spcAft>
          <a:spcPct val="0"/>
        </a:spcAft>
        <a:buClr>
          <a:srgbClr val="918BA3"/>
        </a:buClr>
        <a:buFont typeface="Wingdings" pitchFamily="2" charset="2"/>
        <a:buChar char="Ø"/>
        <a:defRPr sz="2000">
          <a:solidFill>
            <a:srgbClr val="0000FF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ts val="1200"/>
        </a:spcBef>
        <a:spcAft>
          <a:spcPct val="0"/>
        </a:spcAft>
        <a:buClr>
          <a:srgbClr val="2F6E7E"/>
        </a:buClr>
        <a:buFont typeface="Wingdings" pitchFamily="2" charset="2"/>
        <a:buChar char="ü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ts val="1200"/>
        </a:spcBef>
        <a:spcAft>
          <a:spcPct val="0"/>
        </a:spcAft>
        <a:buClr>
          <a:srgbClr val="233337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fontAlgn="base">
        <a:spcBef>
          <a:spcPts val="1200"/>
        </a:spcBef>
        <a:spcAft>
          <a:spcPct val="0"/>
        </a:spcAft>
        <a:buClr>
          <a:srgbClr val="233337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fontAlgn="base">
        <a:spcBef>
          <a:spcPts val="1200"/>
        </a:spcBef>
        <a:spcAft>
          <a:spcPct val="0"/>
        </a:spcAft>
        <a:buClr>
          <a:srgbClr val="233337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fontAlgn="base">
        <a:spcBef>
          <a:spcPts val="1200"/>
        </a:spcBef>
        <a:spcAft>
          <a:spcPct val="0"/>
        </a:spcAft>
        <a:buClr>
          <a:srgbClr val="233337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fontAlgn="base">
        <a:spcBef>
          <a:spcPts val="1200"/>
        </a:spcBef>
        <a:spcAft>
          <a:spcPct val="0"/>
        </a:spcAft>
        <a:buClr>
          <a:srgbClr val="233337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9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12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5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14.wmf"/><Relationship Id="rId4" Type="http://schemas.openxmlformats.org/officeDocument/2006/relationships/oleObject" Target="../embeddings/oleObject5.bin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7.wmf"/><Relationship Id="rId4" Type="http://schemas.openxmlformats.org/officeDocument/2006/relationships/oleObject" Target="../embeddings/oleObject7.bin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20.png"/><Relationship Id="rId4" Type="http://schemas.openxmlformats.org/officeDocument/2006/relationships/oleObject" Target="../embeddings/oleObject8.bin"/></Relationships>
</file>

<file path=ppt/slides/_rels/slide24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3.bin"/><Relationship Id="rId18" Type="http://schemas.openxmlformats.org/officeDocument/2006/relationships/image" Target="../media/image27.wmf"/><Relationship Id="rId26" Type="http://schemas.openxmlformats.org/officeDocument/2006/relationships/image" Target="../media/image31.wmf"/><Relationship Id="rId39" Type="http://schemas.openxmlformats.org/officeDocument/2006/relationships/oleObject" Target="../embeddings/oleObject26.bin"/><Relationship Id="rId21" Type="http://schemas.openxmlformats.org/officeDocument/2006/relationships/oleObject" Target="../embeddings/oleObject17.bin"/><Relationship Id="rId34" Type="http://schemas.openxmlformats.org/officeDocument/2006/relationships/image" Target="../media/image35.wmf"/><Relationship Id="rId42" Type="http://schemas.openxmlformats.org/officeDocument/2006/relationships/image" Target="../media/image39.wmf"/><Relationship Id="rId47" Type="http://schemas.openxmlformats.org/officeDocument/2006/relationships/oleObject" Target="../embeddings/oleObject30.bin"/><Relationship Id="rId50" Type="http://schemas.openxmlformats.org/officeDocument/2006/relationships/image" Target="../media/image43.wmf"/><Relationship Id="rId55" Type="http://schemas.openxmlformats.org/officeDocument/2006/relationships/customXml" Target="../ink/ink3.xml"/><Relationship Id="rId7" Type="http://schemas.openxmlformats.org/officeDocument/2006/relationships/oleObject" Target="../embeddings/oleObject10.bin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26.wmf"/><Relationship Id="rId29" Type="http://schemas.openxmlformats.org/officeDocument/2006/relationships/oleObject" Target="../embeddings/oleObject21.bin"/><Relationship Id="rId11" Type="http://schemas.openxmlformats.org/officeDocument/2006/relationships/oleObject" Target="../embeddings/oleObject12.bin"/><Relationship Id="rId24" Type="http://schemas.openxmlformats.org/officeDocument/2006/relationships/image" Target="../media/image30.wmf"/><Relationship Id="rId32" Type="http://schemas.openxmlformats.org/officeDocument/2006/relationships/image" Target="../media/image34.wmf"/><Relationship Id="rId37" Type="http://schemas.openxmlformats.org/officeDocument/2006/relationships/oleObject" Target="../embeddings/oleObject25.bin"/><Relationship Id="rId40" Type="http://schemas.openxmlformats.org/officeDocument/2006/relationships/image" Target="../media/image38.wmf"/><Relationship Id="rId45" Type="http://schemas.openxmlformats.org/officeDocument/2006/relationships/oleObject" Target="../embeddings/oleObject29.bin"/><Relationship Id="rId53" Type="http://schemas.openxmlformats.org/officeDocument/2006/relationships/customXml" Target="../ink/ink2.xml"/><Relationship Id="rId58" Type="http://schemas.openxmlformats.org/officeDocument/2006/relationships/image" Target="NULL"/><Relationship Id="rId5" Type="http://schemas.openxmlformats.org/officeDocument/2006/relationships/image" Target="../media/image21.png"/><Relationship Id="rId61" Type="http://schemas.openxmlformats.org/officeDocument/2006/relationships/oleObject" Target="../embeddings/oleObject33.bin"/><Relationship Id="rId19" Type="http://schemas.openxmlformats.org/officeDocument/2006/relationships/oleObject" Target="../embeddings/oleObject16.bin"/><Relationship Id="rId14" Type="http://schemas.openxmlformats.org/officeDocument/2006/relationships/image" Target="../media/image25.wmf"/><Relationship Id="rId22" Type="http://schemas.openxmlformats.org/officeDocument/2006/relationships/image" Target="../media/image29.wmf"/><Relationship Id="rId27" Type="http://schemas.openxmlformats.org/officeDocument/2006/relationships/oleObject" Target="../embeddings/oleObject20.bin"/><Relationship Id="rId30" Type="http://schemas.openxmlformats.org/officeDocument/2006/relationships/image" Target="../media/image33.wmf"/><Relationship Id="rId35" Type="http://schemas.openxmlformats.org/officeDocument/2006/relationships/oleObject" Target="../embeddings/oleObject24.bin"/><Relationship Id="rId43" Type="http://schemas.openxmlformats.org/officeDocument/2006/relationships/oleObject" Target="../embeddings/oleObject28.bin"/><Relationship Id="rId48" Type="http://schemas.openxmlformats.org/officeDocument/2006/relationships/image" Target="../media/image42.wmf"/><Relationship Id="rId56" Type="http://schemas.openxmlformats.org/officeDocument/2006/relationships/image" Target="NULL"/><Relationship Id="rId8" Type="http://schemas.openxmlformats.org/officeDocument/2006/relationships/image" Target="../media/image22.wmf"/><Relationship Id="rId51" Type="http://schemas.openxmlformats.org/officeDocument/2006/relationships/customXml" Target="../ink/ink1.xml"/><Relationship Id="rId3" Type="http://schemas.openxmlformats.org/officeDocument/2006/relationships/notesSlide" Target="../notesSlides/notesSlide5.xml"/><Relationship Id="rId12" Type="http://schemas.openxmlformats.org/officeDocument/2006/relationships/image" Target="../media/image24.wmf"/><Relationship Id="rId17" Type="http://schemas.openxmlformats.org/officeDocument/2006/relationships/oleObject" Target="../embeddings/oleObject15.bin"/><Relationship Id="rId25" Type="http://schemas.openxmlformats.org/officeDocument/2006/relationships/oleObject" Target="../embeddings/oleObject19.bin"/><Relationship Id="rId33" Type="http://schemas.openxmlformats.org/officeDocument/2006/relationships/oleObject" Target="../embeddings/oleObject23.bin"/><Relationship Id="rId38" Type="http://schemas.openxmlformats.org/officeDocument/2006/relationships/image" Target="../media/image37.wmf"/><Relationship Id="rId46" Type="http://schemas.openxmlformats.org/officeDocument/2006/relationships/image" Target="../media/image41.wmf"/><Relationship Id="rId59" Type="http://schemas.openxmlformats.org/officeDocument/2006/relationships/oleObject" Target="../embeddings/oleObject32.bin"/><Relationship Id="rId20" Type="http://schemas.openxmlformats.org/officeDocument/2006/relationships/image" Target="../media/image28.wmf"/><Relationship Id="rId41" Type="http://schemas.openxmlformats.org/officeDocument/2006/relationships/oleObject" Target="../embeddings/oleObject27.bin"/><Relationship Id="rId54" Type="http://schemas.openxmlformats.org/officeDocument/2006/relationships/image" Target="NULL"/><Relationship Id="rId62" Type="http://schemas.openxmlformats.org/officeDocument/2006/relationships/image" Target="../media/image45.w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46.png"/><Relationship Id="rId15" Type="http://schemas.openxmlformats.org/officeDocument/2006/relationships/oleObject" Target="../embeddings/oleObject14.bin"/><Relationship Id="rId23" Type="http://schemas.openxmlformats.org/officeDocument/2006/relationships/oleObject" Target="../embeddings/oleObject18.bin"/><Relationship Id="rId28" Type="http://schemas.openxmlformats.org/officeDocument/2006/relationships/image" Target="../media/image32.wmf"/><Relationship Id="rId36" Type="http://schemas.openxmlformats.org/officeDocument/2006/relationships/image" Target="../media/image36.wmf"/><Relationship Id="rId49" Type="http://schemas.openxmlformats.org/officeDocument/2006/relationships/oleObject" Target="../embeddings/oleObject31.bin"/><Relationship Id="rId57" Type="http://schemas.openxmlformats.org/officeDocument/2006/relationships/customXml" Target="../ink/ink4.xml"/><Relationship Id="rId10" Type="http://schemas.openxmlformats.org/officeDocument/2006/relationships/image" Target="../media/image23.wmf"/><Relationship Id="rId31" Type="http://schemas.openxmlformats.org/officeDocument/2006/relationships/oleObject" Target="../embeddings/oleObject22.bin"/><Relationship Id="rId44" Type="http://schemas.openxmlformats.org/officeDocument/2006/relationships/image" Target="../media/image40.wmf"/><Relationship Id="rId52" Type="http://schemas.openxmlformats.org/officeDocument/2006/relationships/image" Target="NULL"/><Relationship Id="rId60" Type="http://schemas.openxmlformats.org/officeDocument/2006/relationships/image" Target="../media/image44.wmf"/><Relationship Id="rId4" Type="http://schemas.openxmlformats.org/officeDocument/2006/relationships/oleObject" Target="../embeddings/oleObject9.bin"/><Relationship Id="rId9" Type="http://schemas.openxmlformats.org/officeDocument/2006/relationships/oleObject" Target="../embeddings/oleObject11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13" Type="http://schemas.openxmlformats.org/officeDocument/2006/relationships/image" Target="../media/image47.wmf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42.wmf"/><Relationship Id="rId12" Type="http://schemas.openxmlformats.org/officeDocument/2006/relationships/oleObject" Target="../embeddings/oleObject36.bin"/><Relationship Id="rId17" Type="http://schemas.openxmlformats.org/officeDocument/2006/relationships/image" Target="../media/image49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38.bin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35.bin"/><Relationship Id="rId11" Type="http://schemas.openxmlformats.org/officeDocument/2006/relationships/image" Target="NULL"/><Relationship Id="rId5" Type="http://schemas.openxmlformats.org/officeDocument/2006/relationships/image" Target="../media/image21.png"/><Relationship Id="rId15" Type="http://schemas.openxmlformats.org/officeDocument/2006/relationships/image" Target="../media/image48.wmf"/><Relationship Id="rId10" Type="http://schemas.openxmlformats.org/officeDocument/2006/relationships/customXml" Target="../ink/ink6.xml"/><Relationship Id="rId4" Type="http://schemas.openxmlformats.org/officeDocument/2006/relationships/oleObject" Target="../embeddings/oleObject34.bin"/><Relationship Id="rId9" Type="http://schemas.openxmlformats.org/officeDocument/2006/relationships/image" Target="NULL"/><Relationship Id="rId14" Type="http://schemas.openxmlformats.org/officeDocument/2006/relationships/oleObject" Target="../embeddings/oleObject37.bin"/></Relationships>
</file>

<file path=ppt/slides/_rels/slide26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43.bin"/><Relationship Id="rId18" Type="http://schemas.openxmlformats.org/officeDocument/2006/relationships/image" Target="../media/image56.wmf"/><Relationship Id="rId26" Type="http://schemas.openxmlformats.org/officeDocument/2006/relationships/image" Target="../media/image60.wmf"/><Relationship Id="rId39" Type="http://schemas.openxmlformats.org/officeDocument/2006/relationships/oleObject" Target="../embeddings/oleObject56.bin"/><Relationship Id="rId21" Type="http://schemas.openxmlformats.org/officeDocument/2006/relationships/oleObject" Target="../embeddings/oleObject47.bin"/><Relationship Id="rId34" Type="http://schemas.openxmlformats.org/officeDocument/2006/relationships/image" Target="../media/image64.wmf"/><Relationship Id="rId42" Type="http://schemas.openxmlformats.org/officeDocument/2006/relationships/image" Target="../media/image68.wmf"/><Relationship Id="rId47" Type="http://schemas.openxmlformats.org/officeDocument/2006/relationships/customXml" Target="../ink/ink7.xml"/><Relationship Id="rId50" Type="http://schemas.openxmlformats.org/officeDocument/2006/relationships/image" Target="NULL"/><Relationship Id="rId55" Type="http://schemas.openxmlformats.org/officeDocument/2006/relationships/customXml" Target="../ink/ink11.xml"/><Relationship Id="rId7" Type="http://schemas.openxmlformats.org/officeDocument/2006/relationships/oleObject" Target="../embeddings/oleObject40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55.wmf"/><Relationship Id="rId29" Type="http://schemas.openxmlformats.org/officeDocument/2006/relationships/oleObject" Target="../embeddings/oleObject51.bin"/><Relationship Id="rId11" Type="http://schemas.openxmlformats.org/officeDocument/2006/relationships/oleObject" Target="../embeddings/oleObject42.bin"/><Relationship Id="rId24" Type="http://schemas.openxmlformats.org/officeDocument/2006/relationships/image" Target="../media/image59.wmf"/><Relationship Id="rId32" Type="http://schemas.openxmlformats.org/officeDocument/2006/relationships/image" Target="../media/image63.wmf"/><Relationship Id="rId37" Type="http://schemas.openxmlformats.org/officeDocument/2006/relationships/oleObject" Target="../embeddings/oleObject55.bin"/><Relationship Id="rId40" Type="http://schemas.openxmlformats.org/officeDocument/2006/relationships/image" Target="../media/image67.wmf"/><Relationship Id="rId45" Type="http://schemas.openxmlformats.org/officeDocument/2006/relationships/oleObject" Target="../embeddings/oleObject59.bin"/><Relationship Id="rId53" Type="http://schemas.openxmlformats.org/officeDocument/2006/relationships/customXml" Target="../ink/ink10.xml"/><Relationship Id="rId5" Type="http://schemas.openxmlformats.org/officeDocument/2006/relationships/image" Target="../media/image50.png"/><Relationship Id="rId10" Type="http://schemas.openxmlformats.org/officeDocument/2006/relationships/image" Target="../media/image52.wmf"/><Relationship Id="rId19" Type="http://schemas.openxmlformats.org/officeDocument/2006/relationships/oleObject" Target="../embeddings/oleObject46.bin"/><Relationship Id="rId31" Type="http://schemas.openxmlformats.org/officeDocument/2006/relationships/oleObject" Target="../embeddings/oleObject52.bin"/><Relationship Id="rId44" Type="http://schemas.openxmlformats.org/officeDocument/2006/relationships/image" Target="../media/image69.wmf"/><Relationship Id="rId52" Type="http://schemas.openxmlformats.org/officeDocument/2006/relationships/image" Target="NULL"/><Relationship Id="rId4" Type="http://schemas.openxmlformats.org/officeDocument/2006/relationships/oleObject" Target="../embeddings/oleObject39.bin"/><Relationship Id="rId9" Type="http://schemas.openxmlformats.org/officeDocument/2006/relationships/oleObject" Target="../embeddings/oleObject41.bin"/><Relationship Id="rId14" Type="http://schemas.openxmlformats.org/officeDocument/2006/relationships/image" Target="../media/image54.wmf"/><Relationship Id="rId22" Type="http://schemas.openxmlformats.org/officeDocument/2006/relationships/image" Target="../media/image58.wmf"/><Relationship Id="rId27" Type="http://schemas.openxmlformats.org/officeDocument/2006/relationships/oleObject" Target="../embeddings/oleObject50.bin"/><Relationship Id="rId30" Type="http://schemas.openxmlformats.org/officeDocument/2006/relationships/image" Target="../media/image62.wmf"/><Relationship Id="rId35" Type="http://schemas.openxmlformats.org/officeDocument/2006/relationships/oleObject" Target="../embeddings/oleObject54.bin"/><Relationship Id="rId43" Type="http://schemas.openxmlformats.org/officeDocument/2006/relationships/oleObject" Target="../embeddings/oleObject58.bin"/><Relationship Id="rId48" Type="http://schemas.openxmlformats.org/officeDocument/2006/relationships/image" Target="NULL"/><Relationship Id="rId56" Type="http://schemas.openxmlformats.org/officeDocument/2006/relationships/image" Target="NULL"/><Relationship Id="rId8" Type="http://schemas.openxmlformats.org/officeDocument/2006/relationships/image" Target="../media/image51.wmf"/><Relationship Id="rId51" Type="http://schemas.openxmlformats.org/officeDocument/2006/relationships/customXml" Target="../ink/ink9.xml"/><Relationship Id="rId3" Type="http://schemas.openxmlformats.org/officeDocument/2006/relationships/notesSlide" Target="../notesSlides/notesSlide7.xml"/><Relationship Id="rId12" Type="http://schemas.openxmlformats.org/officeDocument/2006/relationships/image" Target="../media/image53.wmf"/><Relationship Id="rId17" Type="http://schemas.openxmlformats.org/officeDocument/2006/relationships/oleObject" Target="../embeddings/oleObject45.bin"/><Relationship Id="rId25" Type="http://schemas.openxmlformats.org/officeDocument/2006/relationships/oleObject" Target="../embeddings/oleObject49.bin"/><Relationship Id="rId33" Type="http://schemas.openxmlformats.org/officeDocument/2006/relationships/oleObject" Target="../embeddings/oleObject53.bin"/><Relationship Id="rId38" Type="http://schemas.openxmlformats.org/officeDocument/2006/relationships/image" Target="../media/image66.wmf"/><Relationship Id="rId46" Type="http://schemas.openxmlformats.org/officeDocument/2006/relationships/image" Target="../media/image70.wmf"/><Relationship Id="rId20" Type="http://schemas.openxmlformats.org/officeDocument/2006/relationships/image" Target="../media/image57.wmf"/><Relationship Id="rId41" Type="http://schemas.openxmlformats.org/officeDocument/2006/relationships/oleObject" Target="../embeddings/oleObject57.bin"/><Relationship Id="rId54" Type="http://schemas.openxmlformats.org/officeDocument/2006/relationships/image" Target="NULL"/><Relationship Id="rId1" Type="http://schemas.openxmlformats.org/officeDocument/2006/relationships/vmlDrawing" Target="../drawings/vmlDrawing9.vml"/><Relationship Id="rId6" Type="http://schemas.openxmlformats.org/officeDocument/2006/relationships/image" Target="../media/image46.png"/><Relationship Id="rId15" Type="http://schemas.openxmlformats.org/officeDocument/2006/relationships/oleObject" Target="../embeddings/oleObject44.bin"/><Relationship Id="rId23" Type="http://schemas.openxmlformats.org/officeDocument/2006/relationships/oleObject" Target="../embeddings/oleObject48.bin"/><Relationship Id="rId28" Type="http://schemas.openxmlformats.org/officeDocument/2006/relationships/image" Target="../media/image61.wmf"/><Relationship Id="rId36" Type="http://schemas.openxmlformats.org/officeDocument/2006/relationships/image" Target="../media/image65.wmf"/><Relationship Id="rId49" Type="http://schemas.openxmlformats.org/officeDocument/2006/relationships/customXml" Target="../ink/ink8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customXml" Target="../ink/ink12.xml"/><Relationship Id="rId13" Type="http://schemas.openxmlformats.org/officeDocument/2006/relationships/image" Target="../media/image71.wmf"/><Relationship Id="rId18" Type="http://schemas.openxmlformats.org/officeDocument/2006/relationships/customXml" Target="../ink/ink15.xml"/><Relationship Id="rId3" Type="http://schemas.openxmlformats.org/officeDocument/2006/relationships/notesSlide" Target="../notesSlides/notesSlide8.xml"/><Relationship Id="rId21" Type="http://schemas.openxmlformats.org/officeDocument/2006/relationships/image" Target="NULL"/><Relationship Id="rId7" Type="http://schemas.openxmlformats.org/officeDocument/2006/relationships/image" Target="../media/image47.wmf"/><Relationship Id="rId12" Type="http://schemas.openxmlformats.org/officeDocument/2006/relationships/oleObject" Target="../embeddings/oleObject62.bin"/><Relationship Id="rId17" Type="http://schemas.openxmlformats.org/officeDocument/2006/relationships/image" Target="NULL"/><Relationship Id="rId2" Type="http://schemas.openxmlformats.org/officeDocument/2006/relationships/slideLayout" Target="../slideLayouts/slideLayout2.xml"/><Relationship Id="rId16" Type="http://schemas.openxmlformats.org/officeDocument/2006/relationships/customXml" Target="../ink/ink14.xml"/><Relationship Id="rId20" Type="http://schemas.openxmlformats.org/officeDocument/2006/relationships/customXml" Target="../ink/ink16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61.bin"/><Relationship Id="rId11" Type="http://schemas.openxmlformats.org/officeDocument/2006/relationships/image" Target="NULL"/><Relationship Id="rId5" Type="http://schemas.openxmlformats.org/officeDocument/2006/relationships/image" Target="../media/image50.png"/><Relationship Id="rId15" Type="http://schemas.openxmlformats.org/officeDocument/2006/relationships/image" Target="../media/image72.wmf"/><Relationship Id="rId23" Type="http://schemas.openxmlformats.org/officeDocument/2006/relationships/image" Target="NULL"/><Relationship Id="rId10" Type="http://schemas.openxmlformats.org/officeDocument/2006/relationships/customXml" Target="../ink/ink13.xml"/><Relationship Id="rId19" Type="http://schemas.openxmlformats.org/officeDocument/2006/relationships/image" Target="NULL"/><Relationship Id="rId4" Type="http://schemas.openxmlformats.org/officeDocument/2006/relationships/oleObject" Target="../embeddings/oleObject60.bin"/><Relationship Id="rId9" Type="http://schemas.openxmlformats.org/officeDocument/2006/relationships/image" Target="NULL"/><Relationship Id="rId14" Type="http://schemas.openxmlformats.org/officeDocument/2006/relationships/oleObject" Target="../embeddings/oleObject63.bin"/><Relationship Id="rId22" Type="http://schemas.openxmlformats.org/officeDocument/2006/relationships/customXml" Target="../ink/ink17.xml"/></Relationships>
</file>

<file path=ppt/slides/_rels/slide28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68.bin"/><Relationship Id="rId18" Type="http://schemas.openxmlformats.org/officeDocument/2006/relationships/image" Target="../media/image79.wmf"/><Relationship Id="rId26" Type="http://schemas.openxmlformats.org/officeDocument/2006/relationships/image" Target="../media/image83.wmf"/><Relationship Id="rId39" Type="http://schemas.openxmlformats.org/officeDocument/2006/relationships/oleObject" Target="../embeddings/oleObject81.bin"/><Relationship Id="rId21" Type="http://schemas.openxmlformats.org/officeDocument/2006/relationships/oleObject" Target="../embeddings/oleObject72.bin"/><Relationship Id="rId34" Type="http://schemas.openxmlformats.org/officeDocument/2006/relationships/image" Target="../media/image87.wmf"/><Relationship Id="rId42" Type="http://schemas.openxmlformats.org/officeDocument/2006/relationships/image" Target="../media/image91.wmf"/><Relationship Id="rId47" Type="http://schemas.openxmlformats.org/officeDocument/2006/relationships/customXml" Target="../ink/ink18.xml"/><Relationship Id="rId50" Type="http://schemas.openxmlformats.org/officeDocument/2006/relationships/image" Target="NULL"/><Relationship Id="rId7" Type="http://schemas.openxmlformats.org/officeDocument/2006/relationships/oleObject" Target="../embeddings/oleObject65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78.wmf"/><Relationship Id="rId29" Type="http://schemas.openxmlformats.org/officeDocument/2006/relationships/oleObject" Target="../embeddings/oleObject76.bin"/><Relationship Id="rId11" Type="http://schemas.openxmlformats.org/officeDocument/2006/relationships/oleObject" Target="../embeddings/oleObject67.bin"/><Relationship Id="rId24" Type="http://schemas.openxmlformats.org/officeDocument/2006/relationships/image" Target="../media/image82.wmf"/><Relationship Id="rId32" Type="http://schemas.openxmlformats.org/officeDocument/2006/relationships/image" Target="../media/image86.wmf"/><Relationship Id="rId37" Type="http://schemas.openxmlformats.org/officeDocument/2006/relationships/oleObject" Target="../embeddings/oleObject80.bin"/><Relationship Id="rId40" Type="http://schemas.openxmlformats.org/officeDocument/2006/relationships/image" Target="../media/image90.wmf"/><Relationship Id="rId45" Type="http://schemas.openxmlformats.org/officeDocument/2006/relationships/oleObject" Target="../embeddings/oleObject84.bin"/><Relationship Id="rId53" Type="http://schemas.openxmlformats.org/officeDocument/2006/relationships/customXml" Target="../ink/ink21.xml"/><Relationship Id="rId5" Type="http://schemas.openxmlformats.org/officeDocument/2006/relationships/image" Target="../media/image73.png"/><Relationship Id="rId10" Type="http://schemas.openxmlformats.org/officeDocument/2006/relationships/image" Target="../media/image75.wmf"/><Relationship Id="rId19" Type="http://schemas.openxmlformats.org/officeDocument/2006/relationships/oleObject" Target="../embeddings/oleObject71.bin"/><Relationship Id="rId31" Type="http://schemas.openxmlformats.org/officeDocument/2006/relationships/oleObject" Target="../embeddings/oleObject77.bin"/><Relationship Id="rId44" Type="http://schemas.openxmlformats.org/officeDocument/2006/relationships/image" Target="../media/image92.wmf"/><Relationship Id="rId52" Type="http://schemas.openxmlformats.org/officeDocument/2006/relationships/image" Target="NULL"/><Relationship Id="rId4" Type="http://schemas.openxmlformats.org/officeDocument/2006/relationships/oleObject" Target="../embeddings/oleObject64.bin"/><Relationship Id="rId9" Type="http://schemas.openxmlformats.org/officeDocument/2006/relationships/oleObject" Target="../embeddings/oleObject66.bin"/><Relationship Id="rId14" Type="http://schemas.openxmlformats.org/officeDocument/2006/relationships/image" Target="../media/image77.wmf"/><Relationship Id="rId22" Type="http://schemas.openxmlformats.org/officeDocument/2006/relationships/image" Target="../media/image81.wmf"/><Relationship Id="rId27" Type="http://schemas.openxmlformats.org/officeDocument/2006/relationships/oleObject" Target="../embeddings/oleObject75.bin"/><Relationship Id="rId30" Type="http://schemas.openxmlformats.org/officeDocument/2006/relationships/image" Target="../media/image85.wmf"/><Relationship Id="rId35" Type="http://schemas.openxmlformats.org/officeDocument/2006/relationships/oleObject" Target="../embeddings/oleObject79.bin"/><Relationship Id="rId43" Type="http://schemas.openxmlformats.org/officeDocument/2006/relationships/oleObject" Target="../embeddings/oleObject83.bin"/><Relationship Id="rId48" Type="http://schemas.openxmlformats.org/officeDocument/2006/relationships/image" Target="NULL"/><Relationship Id="rId8" Type="http://schemas.openxmlformats.org/officeDocument/2006/relationships/image" Target="../media/image74.wmf"/><Relationship Id="rId51" Type="http://schemas.openxmlformats.org/officeDocument/2006/relationships/customXml" Target="../ink/ink20.xml"/><Relationship Id="rId3" Type="http://schemas.openxmlformats.org/officeDocument/2006/relationships/notesSlide" Target="../notesSlides/notesSlide9.xml"/><Relationship Id="rId12" Type="http://schemas.openxmlformats.org/officeDocument/2006/relationships/image" Target="../media/image76.wmf"/><Relationship Id="rId17" Type="http://schemas.openxmlformats.org/officeDocument/2006/relationships/oleObject" Target="../embeddings/oleObject70.bin"/><Relationship Id="rId25" Type="http://schemas.openxmlformats.org/officeDocument/2006/relationships/oleObject" Target="../embeddings/oleObject74.bin"/><Relationship Id="rId33" Type="http://schemas.openxmlformats.org/officeDocument/2006/relationships/oleObject" Target="../embeddings/oleObject78.bin"/><Relationship Id="rId38" Type="http://schemas.openxmlformats.org/officeDocument/2006/relationships/image" Target="../media/image89.wmf"/><Relationship Id="rId46" Type="http://schemas.openxmlformats.org/officeDocument/2006/relationships/image" Target="../media/image93.wmf"/><Relationship Id="rId20" Type="http://schemas.openxmlformats.org/officeDocument/2006/relationships/image" Target="../media/image80.wmf"/><Relationship Id="rId41" Type="http://schemas.openxmlformats.org/officeDocument/2006/relationships/oleObject" Target="../embeddings/oleObject82.bin"/><Relationship Id="rId54" Type="http://schemas.openxmlformats.org/officeDocument/2006/relationships/image" Target="NUL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46.png"/><Relationship Id="rId15" Type="http://schemas.openxmlformats.org/officeDocument/2006/relationships/oleObject" Target="../embeddings/oleObject69.bin"/><Relationship Id="rId23" Type="http://schemas.openxmlformats.org/officeDocument/2006/relationships/oleObject" Target="../embeddings/oleObject73.bin"/><Relationship Id="rId28" Type="http://schemas.openxmlformats.org/officeDocument/2006/relationships/image" Target="../media/image84.wmf"/><Relationship Id="rId36" Type="http://schemas.openxmlformats.org/officeDocument/2006/relationships/image" Target="../media/image88.wmf"/><Relationship Id="rId49" Type="http://schemas.openxmlformats.org/officeDocument/2006/relationships/customXml" Target="../ink/ink19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7.bin"/><Relationship Id="rId13" Type="http://schemas.openxmlformats.org/officeDocument/2006/relationships/image" Target="NULL"/><Relationship Id="rId18" Type="http://schemas.openxmlformats.org/officeDocument/2006/relationships/customXml" Target="../ink/ink25.xml"/><Relationship Id="rId3" Type="http://schemas.openxmlformats.org/officeDocument/2006/relationships/notesSlide" Target="../notesSlides/notesSlide10.xml"/><Relationship Id="rId21" Type="http://schemas.openxmlformats.org/officeDocument/2006/relationships/image" Target="NULL"/><Relationship Id="rId7" Type="http://schemas.openxmlformats.org/officeDocument/2006/relationships/image" Target="../media/image47.wmf"/><Relationship Id="rId12" Type="http://schemas.openxmlformats.org/officeDocument/2006/relationships/customXml" Target="../ink/ink22.xml"/><Relationship Id="rId17" Type="http://schemas.openxmlformats.org/officeDocument/2006/relationships/image" Target="NULL"/><Relationship Id="rId25" Type="http://schemas.openxmlformats.org/officeDocument/2006/relationships/image" Target="NULL"/><Relationship Id="rId2" Type="http://schemas.openxmlformats.org/officeDocument/2006/relationships/slideLayout" Target="../slideLayouts/slideLayout2.xml"/><Relationship Id="rId16" Type="http://schemas.openxmlformats.org/officeDocument/2006/relationships/customXml" Target="../ink/ink24.xml"/><Relationship Id="rId20" Type="http://schemas.openxmlformats.org/officeDocument/2006/relationships/customXml" Target="../ink/ink26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86.bin"/><Relationship Id="rId11" Type="http://schemas.openxmlformats.org/officeDocument/2006/relationships/image" Target="../media/image96.wmf"/><Relationship Id="rId24" Type="http://schemas.openxmlformats.org/officeDocument/2006/relationships/customXml" Target="../ink/ink28.xml"/><Relationship Id="rId5" Type="http://schemas.openxmlformats.org/officeDocument/2006/relationships/image" Target="../media/image94.png"/><Relationship Id="rId15" Type="http://schemas.openxmlformats.org/officeDocument/2006/relationships/image" Target="NULL"/><Relationship Id="rId23" Type="http://schemas.openxmlformats.org/officeDocument/2006/relationships/image" Target="NULL"/><Relationship Id="rId10" Type="http://schemas.openxmlformats.org/officeDocument/2006/relationships/oleObject" Target="../embeddings/oleObject88.bin"/><Relationship Id="rId19" Type="http://schemas.openxmlformats.org/officeDocument/2006/relationships/image" Target="NULL"/><Relationship Id="rId4" Type="http://schemas.openxmlformats.org/officeDocument/2006/relationships/oleObject" Target="../embeddings/oleObject85.bin"/><Relationship Id="rId9" Type="http://schemas.openxmlformats.org/officeDocument/2006/relationships/image" Target="../media/image95.wmf"/><Relationship Id="rId14" Type="http://schemas.openxmlformats.org/officeDocument/2006/relationships/customXml" Target="../ink/ink23.xml"/><Relationship Id="rId22" Type="http://schemas.openxmlformats.org/officeDocument/2006/relationships/customXml" Target="../ink/ink2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97.png"/><Relationship Id="rId4" Type="http://schemas.openxmlformats.org/officeDocument/2006/relationships/oleObject" Target="../embeddings/oleObject89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customXml" Target="../ink/ink34.xml"/><Relationship Id="rId18" Type="http://schemas.openxmlformats.org/officeDocument/2006/relationships/image" Target="NULL"/><Relationship Id="rId3" Type="http://schemas.openxmlformats.org/officeDocument/2006/relationships/customXml" Target="../ink/ink29.xml"/><Relationship Id="rId21" Type="http://schemas.openxmlformats.org/officeDocument/2006/relationships/customXml" Target="../ink/ink38.xml"/><Relationship Id="rId7" Type="http://schemas.openxmlformats.org/officeDocument/2006/relationships/customXml" Target="../ink/ink31.xml"/><Relationship Id="rId12" Type="http://schemas.openxmlformats.org/officeDocument/2006/relationships/image" Target="NULL"/><Relationship Id="rId17" Type="http://schemas.openxmlformats.org/officeDocument/2006/relationships/customXml" Target="../ink/ink36.xml"/><Relationship Id="rId2" Type="http://schemas.openxmlformats.org/officeDocument/2006/relationships/image" Target="../media/image98.png"/><Relationship Id="rId16" Type="http://schemas.openxmlformats.org/officeDocument/2006/relationships/image" Target="NULL"/><Relationship Id="rId20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customXml" Target="../ink/ink33.xml"/><Relationship Id="rId5" Type="http://schemas.openxmlformats.org/officeDocument/2006/relationships/customXml" Target="../ink/ink30.xml"/><Relationship Id="rId15" Type="http://schemas.openxmlformats.org/officeDocument/2006/relationships/customXml" Target="../ink/ink35.xml"/><Relationship Id="rId10" Type="http://schemas.openxmlformats.org/officeDocument/2006/relationships/image" Target="NULL"/><Relationship Id="rId19" Type="http://schemas.openxmlformats.org/officeDocument/2006/relationships/customXml" Target="../ink/ink37.xml"/><Relationship Id="rId4" Type="http://schemas.openxmlformats.org/officeDocument/2006/relationships/image" Target="NULL"/><Relationship Id="rId9" Type="http://schemas.openxmlformats.org/officeDocument/2006/relationships/customXml" Target="../ink/ink32.xml"/><Relationship Id="rId14" Type="http://schemas.openxmlformats.org/officeDocument/2006/relationships/image" Target="NULL"/><Relationship Id="rId22" Type="http://schemas.openxmlformats.org/officeDocument/2006/relationships/image" Target="NUL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emf"/><Relationship Id="rId3" Type="http://schemas.openxmlformats.org/officeDocument/2006/relationships/oleObject" Target="../embeddings/oleObject90.bin"/><Relationship Id="rId7" Type="http://schemas.openxmlformats.org/officeDocument/2006/relationships/oleObject" Target="../embeddings/oleObject9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00.emf"/><Relationship Id="rId5" Type="http://schemas.openxmlformats.org/officeDocument/2006/relationships/oleObject" Target="../embeddings/oleObject91.bin"/><Relationship Id="rId4" Type="http://schemas.openxmlformats.org/officeDocument/2006/relationships/image" Target="../media/image99.emf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857250" y="1982788"/>
            <a:ext cx="7772400" cy="2212975"/>
          </a:xfrm>
        </p:spPr>
        <p:txBody>
          <a:bodyPr/>
          <a:lstStyle/>
          <a:p>
            <a:pPr eaLnBrk="1" hangingPunct="1"/>
            <a:r>
              <a:rPr lang="zh-CN" altLang="en-US" sz="4800" dirty="0"/>
              <a:t>第</a:t>
            </a:r>
            <a:r>
              <a:rPr lang="en-US" altLang="zh-CN" sz="4800" dirty="0"/>
              <a:t>3</a:t>
            </a:r>
            <a:r>
              <a:rPr lang="zh-CN" altLang="en-US" sz="4800" dirty="0"/>
              <a:t>章</a:t>
            </a:r>
            <a:r>
              <a:rPr lang="zh-CN" altLang="en-US" dirty="0"/>
              <a:t> </a:t>
            </a:r>
            <a:r>
              <a:rPr lang="zh-CN" altLang="en-US" b="1" dirty="0"/>
              <a:t>聚类分析</a:t>
            </a:r>
            <a:br>
              <a:rPr lang="en-US" altLang="zh-CN" dirty="0"/>
            </a:br>
            <a:br>
              <a:rPr lang="en-US" altLang="zh-CN" dirty="0"/>
            </a:br>
            <a:endParaRPr lang="zh-CN" altLang="en-US" sz="3600" dirty="0"/>
          </a:p>
        </p:txBody>
      </p:sp>
    </p:spTree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3"/>
          <p:cNvSpPr>
            <a:spLocks noGrp="1"/>
          </p:cNvSpPr>
          <p:nvPr>
            <p:ph type="title" idx="4294967295"/>
          </p:nvPr>
        </p:nvSpPr>
        <p:spPr>
          <a:xfrm>
            <a:off x="304800" y="414338"/>
            <a:ext cx="8534400" cy="762000"/>
          </a:xfrm>
        </p:spPr>
        <p:txBody>
          <a:bodyPr anchor="b"/>
          <a:lstStyle/>
          <a:p>
            <a:pPr eaLnBrk="1" hangingPunct="1"/>
            <a:r>
              <a:rPr lang="zh-CN" altLang="en-US" dirty="0">
                <a:ea typeface="宋体" pitchFamily="2" charset="-122"/>
              </a:rPr>
              <a:t>聚类概述</a:t>
            </a:r>
          </a:p>
        </p:txBody>
      </p:sp>
      <p:graphicFrame>
        <p:nvGraphicFramePr>
          <p:cNvPr id="68665" name="Group 57"/>
          <p:cNvGraphicFramePr>
            <a:graphicFrameLocks noGrp="1"/>
          </p:cNvGraphicFramePr>
          <p:nvPr>
            <p:ph sz="half" idx="4294967295"/>
          </p:nvPr>
        </p:nvGraphicFramePr>
        <p:xfrm>
          <a:off x="4140200" y="1355725"/>
          <a:ext cx="4405313" cy="1733551"/>
        </p:xfrm>
        <a:graphic>
          <a:graphicData uri="http://schemas.openxmlformats.org/drawingml/2006/table">
            <a:tbl>
              <a:tblPr/>
              <a:tblGrid>
                <a:gridCol w="6080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6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5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08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9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45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87810"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50000"/>
                        <a:buFontTx/>
                        <a:buNone/>
                        <a:tabLst/>
                      </a:pP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编号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4" marR="68584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BED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50000"/>
                        <a:buFontTx/>
                        <a:buNone/>
                        <a:tabLst/>
                      </a:pPr>
                      <a:r>
                        <a:rPr kumimoji="0" lang="zh-CN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账户余额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4" marR="68584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BED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50000"/>
                        <a:buFontTx/>
                        <a:buNone/>
                        <a:tabLst/>
                      </a:pPr>
                      <a:r>
                        <a:rPr kumimoji="0" lang="zh-CN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年龄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4" marR="68584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BED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50000"/>
                        <a:buFontTx/>
                        <a:buNone/>
                        <a:tabLst/>
                      </a:pPr>
                      <a:r>
                        <a:rPr kumimoji="0" lang="zh-CN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收入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4" marR="68584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BED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50000"/>
                        <a:buFontTx/>
                        <a:buNone/>
                        <a:tabLst/>
                      </a:pPr>
                      <a:r>
                        <a:rPr kumimoji="0" lang="zh-CN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性别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4" marR="68584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BED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50000"/>
                        <a:buFontTx/>
                        <a:buNone/>
                        <a:tabLst/>
                      </a:pPr>
                      <a:r>
                        <a:rPr kumimoji="0" lang="zh-CN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子女个数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4" marR="68584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B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906"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50000"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100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4" marR="68584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BED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50000"/>
                        <a:buFontTx/>
                        <a:buNone/>
                        <a:tabLst/>
                      </a:pPr>
                      <a:r>
                        <a:rPr kumimoji="0" lang="zh-CN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很低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4" marR="68584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BED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50000"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15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4" marR="68584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BED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50000"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1967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4" marR="68584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BED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50000"/>
                        <a:buFontTx/>
                        <a:buNone/>
                        <a:tabLst/>
                      </a:pPr>
                      <a:r>
                        <a:rPr kumimoji="0" lang="zh-CN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男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4" marR="68584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BED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50000"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0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4" marR="68584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B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906"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50000"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200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4" marR="68584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BED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50000"/>
                        <a:buFontTx/>
                        <a:buNone/>
                        <a:tabLst/>
                      </a:pPr>
                      <a:r>
                        <a:rPr kumimoji="0" lang="zh-CN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高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4" marR="68584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BED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50000"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25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4" marR="68584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BED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50000"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8453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4" marR="68584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BED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50000"/>
                        <a:buFontTx/>
                        <a:buNone/>
                        <a:tabLst/>
                      </a:pPr>
                      <a:r>
                        <a:rPr kumimoji="0" lang="zh-CN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男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4" marR="68584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BED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50000"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1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4" marR="68584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B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906"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50000"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300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4" marR="68584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BED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50000"/>
                        <a:buFontTx/>
                        <a:buNone/>
                        <a:tabLst/>
                      </a:pPr>
                      <a:r>
                        <a:rPr kumimoji="0" lang="zh-CN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中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4" marR="68584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BED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50000"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32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4" marR="68584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BED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50000"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6125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4" marR="68584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BED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50000"/>
                        <a:buFontTx/>
                        <a:buNone/>
                        <a:tabLst/>
                      </a:pPr>
                      <a:r>
                        <a:rPr kumimoji="0" lang="zh-CN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女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4" marR="68584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BED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50000"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2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4" marR="68584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B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906"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50000"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400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4" marR="68584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BED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50000"/>
                        <a:buFontTx/>
                        <a:buNone/>
                        <a:tabLst/>
                      </a:pPr>
                      <a:r>
                        <a:rPr kumimoji="0" lang="zh-CN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低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4" marR="68584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BED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50000"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20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4" marR="68584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BED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50000"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2167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4" marR="68584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BED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50000"/>
                        <a:buFontTx/>
                        <a:buNone/>
                        <a:tabLst/>
                      </a:pPr>
                      <a:r>
                        <a:rPr kumimoji="0" lang="zh-CN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男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4" marR="68584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BED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50000"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1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4" marR="68584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B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0117"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50000"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500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4" marR="68584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BED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50000"/>
                        <a:buFontTx/>
                        <a:buNone/>
                        <a:tabLst/>
                      </a:pPr>
                      <a:r>
                        <a:rPr kumimoji="0" lang="zh-CN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低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4" marR="68584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BED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50000"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55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4" marR="68584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BED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50000"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2439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4" marR="68584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BED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50000"/>
                        <a:buFontTx/>
                        <a:buNone/>
                        <a:tabLst/>
                      </a:pPr>
                      <a:r>
                        <a:rPr kumimoji="0" lang="zh-CN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女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4" marR="68584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BED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50000"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4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4" marR="68584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B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414" name="内容占位符 7"/>
          <p:cNvSpPr>
            <a:spLocks noGrp="1"/>
          </p:cNvSpPr>
          <p:nvPr>
            <p:ph sz="half" idx="4294967295"/>
          </p:nvPr>
        </p:nvSpPr>
        <p:spPr>
          <a:xfrm>
            <a:off x="179512" y="1201316"/>
            <a:ext cx="4048002" cy="3771900"/>
          </a:xfrm>
        </p:spPr>
        <p:txBody>
          <a:bodyPr/>
          <a:lstStyle/>
          <a:p>
            <a:pPr defTabSz="457200" eaLnBrk="1" hangingPunct="1">
              <a:spcBef>
                <a:spcPts val="1000"/>
              </a:spcBef>
            </a:pPr>
            <a:r>
              <a:rPr lang="zh-CN" altLang="zh-CN" sz="2800" b="1" dirty="0">
                <a:ea typeface="微软雅黑" pitchFamily="34" charset="-122"/>
              </a:rPr>
              <a:t>聚类（</a:t>
            </a:r>
            <a:r>
              <a:rPr lang="en-US" altLang="zh-CN" sz="2800" b="1" dirty="0">
                <a:ea typeface="微软雅黑" pitchFamily="34" charset="-122"/>
              </a:rPr>
              <a:t>clustering</a:t>
            </a:r>
            <a:r>
              <a:rPr lang="zh-CN" altLang="zh-CN" sz="2800" b="1" dirty="0">
                <a:ea typeface="微软雅黑" pitchFamily="34" charset="-122"/>
              </a:rPr>
              <a:t>）：</a:t>
            </a:r>
            <a:endParaRPr lang="en-US" altLang="zh-CN" sz="2800" b="1" dirty="0">
              <a:ea typeface="微软雅黑" pitchFamily="34" charset="-122"/>
            </a:endParaRPr>
          </a:p>
          <a:p>
            <a:pPr marL="400050" lvl="1" indent="0" defTabSz="457200" eaLnBrk="1" hangingPunct="1">
              <a:spcBef>
                <a:spcPts val="1000"/>
              </a:spcBef>
              <a:buFont typeface="Wingdings 2" pitchFamily="18" charset="2"/>
              <a:buNone/>
            </a:pPr>
            <a:r>
              <a:rPr lang="zh-CN" altLang="zh-CN" b="1" dirty="0">
                <a:ea typeface="微软雅黑" pitchFamily="34" charset="-122"/>
              </a:rPr>
              <a:t>实现将对象自动分组的一种方法</a:t>
            </a:r>
            <a:endParaRPr lang="en-US" altLang="zh-CN" b="1" dirty="0">
              <a:ea typeface="微软雅黑" pitchFamily="34" charset="-122"/>
            </a:endParaRPr>
          </a:p>
          <a:p>
            <a:pPr defTabSz="457200" eaLnBrk="1" hangingPunct="1">
              <a:spcBef>
                <a:spcPts val="1000"/>
              </a:spcBef>
            </a:pPr>
            <a:r>
              <a:rPr lang="zh-CN" altLang="en-US" b="1" dirty="0">
                <a:ea typeface="微软雅黑" pitchFamily="34" charset="-122"/>
              </a:rPr>
              <a:t>无监督学习</a:t>
            </a:r>
            <a:endParaRPr lang="en-US" altLang="zh-CN" b="1" dirty="0">
              <a:ea typeface="微软雅黑" pitchFamily="34" charset="-122"/>
            </a:endParaRPr>
          </a:p>
          <a:p>
            <a:pPr defTabSz="457200" eaLnBrk="1" hangingPunct="1">
              <a:spcBef>
                <a:spcPts val="1000"/>
              </a:spcBef>
            </a:pPr>
            <a:r>
              <a:rPr lang="zh-CN" altLang="zh-CN" sz="2400" dirty="0"/>
              <a:t>聚类类别所表达的含义通常是未知的，不确定的</a:t>
            </a:r>
            <a:endParaRPr lang="en-US" altLang="zh-CN" sz="2400" b="1" dirty="0">
              <a:ea typeface="微软雅黑" pitchFamily="34" charset="-122"/>
            </a:endParaRPr>
          </a:p>
          <a:p>
            <a:pPr defTabSz="457200" eaLnBrk="1" hangingPunct="1">
              <a:spcBef>
                <a:spcPts val="1000"/>
              </a:spcBef>
            </a:pPr>
            <a:r>
              <a:rPr lang="zh-CN" altLang="en-US" b="1" dirty="0">
                <a:ea typeface="微软雅黑" pitchFamily="34" charset="-122"/>
              </a:rPr>
              <a:t>物以类聚</a:t>
            </a:r>
            <a:endParaRPr lang="en-US" altLang="zh-CN" b="1" dirty="0">
              <a:ea typeface="微软雅黑" pitchFamily="34" charset="-122"/>
            </a:endParaRPr>
          </a:p>
          <a:p>
            <a:pPr defTabSz="457200" eaLnBrk="1" hangingPunct="1">
              <a:spcBef>
                <a:spcPts val="1000"/>
              </a:spcBef>
            </a:pPr>
            <a:endParaRPr lang="zh-CN" altLang="en-US" b="1" dirty="0">
              <a:ea typeface="微软雅黑" pitchFamily="34" charset="-122"/>
            </a:endParaRPr>
          </a:p>
        </p:txBody>
      </p:sp>
      <p:pic>
        <p:nvPicPr>
          <p:cNvPr id="15415" name="Picture 2" descr="idmu0s8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9338" y="3279775"/>
            <a:ext cx="3403600" cy="212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>
                <a:ea typeface="宋体" pitchFamily="2" charset="-122"/>
              </a:rPr>
              <a:t>客户基本信息数据表</a:t>
            </a:r>
          </a:p>
        </p:txBody>
      </p:sp>
      <p:graphicFrame>
        <p:nvGraphicFramePr>
          <p:cNvPr id="69635" name="Group 3"/>
          <p:cNvGraphicFramePr>
            <a:graphicFrameLocks noGrp="1"/>
          </p:cNvGraphicFramePr>
          <p:nvPr/>
        </p:nvGraphicFramePr>
        <p:xfrm>
          <a:off x="755650" y="998538"/>
          <a:ext cx="5903913" cy="3059112"/>
        </p:xfrm>
        <a:graphic>
          <a:graphicData uri="http://schemas.openxmlformats.org/drawingml/2006/table">
            <a:tbl>
              <a:tblPr/>
              <a:tblGrid>
                <a:gridCol w="1385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58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58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6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05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344488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671513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023938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1341438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17986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2558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27130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1702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buNone/>
                        <a:tabLst/>
                      </a:pPr>
                      <a:r>
                        <a:rPr kumimoji="0" lang="zh-CN" altLang="en-US" sz="2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itchFamily="34" charset="0"/>
                          <a:ea typeface="宋体" pitchFamily="2" charset="-122"/>
                        </a:rPr>
                        <a:t>年龄</a:t>
                      </a:r>
                    </a:p>
                  </a:txBody>
                  <a:tcPr marT="38090" marB="380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344488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671513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023938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1341438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17986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2558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27130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1702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buNone/>
                        <a:tabLst/>
                      </a:pPr>
                      <a:r>
                        <a:rPr kumimoji="0" lang="zh-CN" altLang="en-US" sz="2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itchFamily="34" charset="0"/>
                          <a:ea typeface="宋体" pitchFamily="2" charset="-122"/>
                        </a:rPr>
                        <a:t>年收入</a:t>
                      </a:r>
                    </a:p>
                  </a:txBody>
                  <a:tcPr marT="38090" marB="380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344488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671513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023938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1341438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17986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2558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27130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1702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buNone/>
                        <a:tabLst/>
                      </a:pPr>
                      <a:r>
                        <a:rPr kumimoji="0" lang="zh-CN" altLang="en-US" sz="2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itchFamily="34" charset="0"/>
                          <a:ea typeface="宋体" pitchFamily="2" charset="-122"/>
                        </a:rPr>
                        <a:t>学历</a:t>
                      </a:r>
                    </a:p>
                  </a:txBody>
                  <a:tcPr marT="38090" marB="380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344488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671513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023938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1341438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17986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2558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27130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1702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buNone/>
                        <a:tabLst/>
                      </a:pPr>
                      <a:r>
                        <a:rPr kumimoji="0" lang="zh-CN" altLang="en-US" sz="2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itchFamily="34" charset="0"/>
                          <a:ea typeface="宋体" pitchFamily="2" charset="-122"/>
                        </a:rPr>
                        <a:t>消费额</a:t>
                      </a:r>
                    </a:p>
                  </a:txBody>
                  <a:tcPr marT="38090" marB="380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19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344488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671513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023938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1341438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17986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2558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27130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1702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2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itchFamily="34" charset="0"/>
                          <a:ea typeface="宋体" pitchFamily="2" charset="-122"/>
                        </a:rPr>
                        <a:t>36</a:t>
                      </a:r>
                    </a:p>
                  </a:txBody>
                  <a:tcPr marT="38090" marB="380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344488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671513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023938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1341438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17986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2558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27130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1702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2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itchFamily="34" charset="0"/>
                          <a:ea typeface="宋体" pitchFamily="2" charset="-122"/>
                        </a:rPr>
                        <a:t>5</a:t>
                      </a:r>
                      <a:r>
                        <a:rPr kumimoji="0" lang="zh-CN" altLang="en-US" sz="2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itchFamily="34" charset="0"/>
                          <a:ea typeface="宋体" pitchFamily="2" charset="-122"/>
                        </a:rPr>
                        <a:t>万</a:t>
                      </a:r>
                    </a:p>
                  </a:txBody>
                  <a:tcPr marT="38090" marB="380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344488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671513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023938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1341438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17986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2558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27130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1702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buNone/>
                        <a:tabLst/>
                      </a:pPr>
                      <a:r>
                        <a:rPr kumimoji="0" lang="zh-CN" altLang="en-US" sz="2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itchFamily="34" charset="0"/>
                          <a:ea typeface="宋体" pitchFamily="2" charset="-122"/>
                        </a:rPr>
                        <a:t>本科</a:t>
                      </a:r>
                    </a:p>
                  </a:txBody>
                  <a:tcPr marT="38090" marB="380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344488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671513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023938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1341438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17986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2558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27130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1702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2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itchFamily="34" charset="0"/>
                          <a:ea typeface="宋体" pitchFamily="2" charset="-122"/>
                        </a:rPr>
                        <a:t>4</a:t>
                      </a:r>
                      <a:r>
                        <a:rPr kumimoji="0" lang="zh-CN" altLang="en-US" sz="2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itchFamily="34" charset="0"/>
                          <a:ea typeface="宋体" pitchFamily="2" charset="-122"/>
                        </a:rPr>
                        <a:t>万</a:t>
                      </a:r>
                      <a:r>
                        <a:rPr kumimoji="0" lang="en-US" altLang="zh-CN" sz="2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38090" marB="380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5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344488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671513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023938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1341438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17986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2558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27130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1702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2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itchFamily="34" charset="0"/>
                          <a:ea typeface="宋体" pitchFamily="2" charset="-122"/>
                        </a:rPr>
                        <a:t>42</a:t>
                      </a:r>
                    </a:p>
                  </a:txBody>
                  <a:tcPr marT="38090" marB="380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344488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671513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023938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1341438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17986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2558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27130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1702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2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itchFamily="34" charset="0"/>
                          <a:ea typeface="宋体" pitchFamily="2" charset="-122"/>
                        </a:rPr>
                        <a:t>4</a:t>
                      </a:r>
                      <a:r>
                        <a:rPr kumimoji="0" lang="zh-CN" altLang="en-US" sz="2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itchFamily="34" charset="0"/>
                          <a:ea typeface="宋体" pitchFamily="2" charset="-122"/>
                        </a:rPr>
                        <a:t>万</a:t>
                      </a:r>
                      <a:r>
                        <a:rPr kumimoji="0" lang="en-US" altLang="zh-CN" sz="2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itchFamily="34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marT="38090" marB="380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344488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671513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023938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1341438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17986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2558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27130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1702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buNone/>
                        <a:tabLst/>
                      </a:pPr>
                      <a:r>
                        <a:rPr kumimoji="0" lang="zh-CN" altLang="en-US" sz="2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itchFamily="34" charset="0"/>
                          <a:ea typeface="宋体" pitchFamily="2" charset="-122"/>
                        </a:rPr>
                        <a:t>本科</a:t>
                      </a:r>
                    </a:p>
                  </a:txBody>
                  <a:tcPr marT="38090" marB="380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344488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671513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023938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1341438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17986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2558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27130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1702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2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itchFamily="34" charset="0"/>
                          <a:ea typeface="宋体" pitchFamily="2" charset="-122"/>
                        </a:rPr>
                        <a:t>4</a:t>
                      </a:r>
                      <a:r>
                        <a:rPr kumimoji="0" lang="zh-CN" altLang="en-US" sz="2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itchFamily="34" charset="0"/>
                          <a:ea typeface="宋体" pitchFamily="2" charset="-122"/>
                        </a:rPr>
                        <a:t>万</a:t>
                      </a:r>
                    </a:p>
                  </a:txBody>
                  <a:tcPr marT="38090" marB="380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19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344488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671513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023938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1341438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17986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2558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27130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1702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2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itchFamily="34" charset="0"/>
                          <a:ea typeface="宋体" pitchFamily="2" charset="-122"/>
                        </a:rPr>
                        <a:t>23</a:t>
                      </a:r>
                    </a:p>
                  </a:txBody>
                  <a:tcPr marT="38090" marB="380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344488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671513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023938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1341438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17986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2558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27130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1702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2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itchFamily="34" charset="0"/>
                          <a:ea typeface="宋体" pitchFamily="2" charset="-122"/>
                        </a:rPr>
                        <a:t>3</a:t>
                      </a:r>
                      <a:r>
                        <a:rPr kumimoji="0" lang="zh-CN" altLang="en-US" sz="2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itchFamily="34" charset="0"/>
                          <a:ea typeface="宋体" pitchFamily="2" charset="-122"/>
                        </a:rPr>
                        <a:t>万</a:t>
                      </a:r>
                      <a:r>
                        <a:rPr kumimoji="0" lang="en-US" altLang="zh-CN" sz="2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38090" marB="380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344488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671513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023938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1341438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17986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2558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27130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1702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buNone/>
                        <a:tabLst/>
                      </a:pPr>
                      <a:r>
                        <a:rPr kumimoji="0" lang="zh-CN" altLang="en-US" sz="2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itchFamily="34" charset="0"/>
                          <a:ea typeface="宋体" pitchFamily="2" charset="-122"/>
                        </a:rPr>
                        <a:t>高中</a:t>
                      </a:r>
                    </a:p>
                  </a:txBody>
                  <a:tcPr marT="38090" marB="380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344488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671513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023938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1341438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17986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2558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27130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1702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2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itchFamily="34" charset="0"/>
                          <a:ea typeface="宋体" pitchFamily="2" charset="-122"/>
                        </a:rPr>
                        <a:t>3</a:t>
                      </a:r>
                      <a:r>
                        <a:rPr kumimoji="0" lang="zh-CN" altLang="en-US" sz="2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itchFamily="34" charset="0"/>
                          <a:ea typeface="宋体" pitchFamily="2" charset="-122"/>
                        </a:rPr>
                        <a:t>万</a:t>
                      </a:r>
                      <a:r>
                        <a:rPr kumimoji="0" lang="en-US" altLang="zh-CN" sz="2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itchFamily="34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marT="38090" marB="380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919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344488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671513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023938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1341438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17986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2558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27130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1702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2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itchFamily="34" charset="0"/>
                          <a:ea typeface="宋体" pitchFamily="2" charset="-122"/>
                        </a:rPr>
                        <a:t>61</a:t>
                      </a:r>
                    </a:p>
                  </a:txBody>
                  <a:tcPr marT="38090" marB="380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344488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671513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023938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1341438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17986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2558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27130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1702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2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itchFamily="34" charset="0"/>
                          <a:ea typeface="宋体" pitchFamily="2" charset="-122"/>
                        </a:rPr>
                        <a:t>7</a:t>
                      </a:r>
                      <a:r>
                        <a:rPr kumimoji="0" lang="zh-CN" altLang="en-US" sz="2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itchFamily="34" charset="0"/>
                          <a:ea typeface="宋体" pitchFamily="2" charset="-122"/>
                        </a:rPr>
                        <a:t>万</a:t>
                      </a:r>
                    </a:p>
                  </a:txBody>
                  <a:tcPr marT="38090" marB="380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344488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671513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023938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1341438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17986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2558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27130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1702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buNone/>
                        <a:tabLst/>
                      </a:pPr>
                      <a:r>
                        <a:rPr kumimoji="0" lang="zh-CN" altLang="en-US" sz="2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itchFamily="34" charset="0"/>
                          <a:ea typeface="宋体" pitchFamily="2" charset="-122"/>
                        </a:rPr>
                        <a:t>本科</a:t>
                      </a:r>
                    </a:p>
                  </a:txBody>
                  <a:tcPr marT="38090" marB="380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344488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671513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023938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1341438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17986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2558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27130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1702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2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itchFamily="34" charset="0"/>
                          <a:ea typeface="宋体" pitchFamily="2" charset="-122"/>
                        </a:rPr>
                        <a:t>2</a:t>
                      </a:r>
                      <a:r>
                        <a:rPr kumimoji="0" lang="zh-CN" altLang="en-US" sz="2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itchFamily="34" charset="0"/>
                          <a:ea typeface="宋体" pitchFamily="2" charset="-122"/>
                        </a:rPr>
                        <a:t>万</a:t>
                      </a:r>
                    </a:p>
                  </a:txBody>
                  <a:tcPr marT="38090" marB="380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05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344488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671513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023938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1341438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17986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2558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27130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1702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2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itchFamily="34" charset="0"/>
                          <a:ea typeface="宋体" pitchFamily="2" charset="-122"/>
                        </a:rPr>
                        <a:t>38</a:t>
                      </a:r>
                    </a:p>
                  </a:txBody>
                  <a:tcPr marT="38090" marB="380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344488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671513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023938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1341438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17986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2558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27130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1702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2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itchFamily="34" charset="0"/>
                          <a:ea typeface="宋体" pitchFamily="2" charset="-122"/>
                        </a:rPr>
                        <a:t>2</a:t>
                      </a:r>
                      <a:r>
                        <a:rPr kumimoji="0" lang="zh-CN" altLang="en-US" sz="2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itchFamily="34" charset="0"/>
                          <a:ea typeface="宋体" pitchFamily="2" charset="-122"/>
                        </a:rPr>
                        <a:t>万</a:t>
                      </a:r>
                    </a:p>
                  </a:txBody>
                  <a:tcPr marT="38090" marB="380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344488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671513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023938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1341438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17986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2558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27130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1702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buNone/>
                        <a:tabLst/>
                      </a:pPr>
                      <a:r>
                        <a:rPr kumimoji="0" lang="zh-CN" altLang="en-US" sz="2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itchFamily="34" charset="0"/>
                          <a:ea typeface="宋体" pitchFamily="2" charset="-122"/>
                        </a:rPr>
                        <a:t>大专</a:t>
                      </a:r>
                    </a:p>
                  </a:txBody>
                  <a:tcPr marT="38090" marB="380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344488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671513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023938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1341438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17986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2558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27130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1702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2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itchFamily="34" charset="0"/>
                          <a:ea typeface="宋体" pitchFamily="2" charset="-122"/>
                        </a:rPr>
                        <a:t>1</a:t>
                      </a:r>
                      <a:r>
                        <a:rPr kumimoji="0" lang="zh-CN" altLang="en-US" sz="2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itchFamily="34" charset="0"/>
                          <a:ea typeface="宋体" pitchFamily="2" charset="-122"/>
                        </a:rPr>
                        <a:t>万</a:t>
                      </a:r>
                    </a:p>
                  </a:txBody>
                  <a:tcPr marT="38090" marB="380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9672" name="AutoShape 40"/>
          <p:cNvSpPr>
            <a:spLocks noChangeArrowheads="1"/>
          </p:cNvSpPr>
          <p:nvPr/>
        </p:nvSpPr>
        <p:spPr bwMode="auto">
          <a:xfrm rot="10800000">
            <a:off x="1116013" y="4298950"/>
            <a:ext cx="4103687" cy="958850"/>
          </a:xfrm>
          <a:prstGeom prst="wedgeEllipseCallout">
            <a:avLst>
              <a:gd name="adj1" fmla="val -40912"/>
              <a:gd name="adj2" fmla="val 76718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ß"/>
              <a:defRPr sz="3200">
                <a:solidFill>
                  <a:schemeClr val="tx1"/>
                </a:solidFill>
                <a:latin typeface="Franklin Gothic Book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Þ"/>
              <a:defRPr sz="2800">
                <a:solidFill>
                  <a:schemeClr val="tx1"/>
                </a:solidFill>
                <a:latin typeface="Franklin Gothic Book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"/>
              <a:defRPr sz="2400">
                <a:solidFill>
                  <a:schemeClr val="tx1"/>
                </a:solidFill>
                <a:latin typeface="Franklin Gothic Book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"/>
              <a:defRPr sz="2000">
                <a:solidFill>
                  <a:schemeClr val="tx1"/>
                </a:solidFill>
                <a:latin typeface="Franklin Gothic Book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>
                <a:latin typeface="Arial" pitchFamily="34" charset="0"/>
              </a:rPr>
              <a:t>怎样把这些客户划分成不同的类别？</a:t>
            </a:r>
          </a:p>
        </p:txBody>
      </p:sp>
      <p:sp>
        <p:nvSpPr>
          <p:cNvPr id="69673" name="Text Box 41"/>
          <p:cNvSpPr txBox="1">
            <a:spLocks noChangeArrowheads="1"/>
          </p:cNvSpPr>
          <p:nvPr/>
        </p:nvSpPr>
        <p:spPr bwMode="auto">
          <a:xfrm>
            <a:off x="5364163" y="4237038"/>
            <a:ext cx="3492500" cy="12001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ß"/>
              <a:defRPr sz="3200">
                <a:solidFill>
                  <a:schemeClr val="tx1"/>
                </a:solidFill>
                <a:latin typeface="Franklin Gothic Book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Þ"/>
              <a:defRPr sz="2800">
                <a:solidFill>
                  <a:schemeClr val="tx1"/>
                </a:solidFill>
                <a:latin typeface="Franklin Gothic Book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"/>
              <a:defRPr sz="2400">
                <a:solidFill>
                  <a:schemeClr val="tx1"/>
                </a:solidFill>
                <a:latin typeface="Franklin Gothic Book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"/>
              <a:defRPr sz="2000">
                <a:solidFill>
                  <a:schemeClr val="tx1"/>
                </a:solidFill>
                <a:latin typeface="Franklin Gothic Book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rgbClr val="CC0000"/>
                </a:solidFill>
                <a:latin typeface="Arial" pitchFamily="34" charset="0"/>
              </a:rPr>
              <a:t>根据他们之间的相似度进行聚类，物以类聚，人以群分</a:t>
            </a:r>
          </a:p>
        </p:txBody>
      </p:sp>
      <p:sp>
        <p:nvSpPr>
          <p:cNvPr id="69674" name="AutoShape 42"/>
          <p:cNvSpPr>
            <a:spLocks noChangeArrowheads="1"/>
          </p:cNvSpPr>
          <p:nvPr/>
        </p:nvSpPr>
        <p:spPr bwMode="auto">
          <a:xfrm>
            <a:off x="6732588" y="576263"/>
            <a:ext cx="2411412" cy="1081087"/>
          </a:xfrm>
          <a:prstGeom prst="wedgeRoundRectCallout">
            <a:avLst>
              <a:gd name="adj1" fmla="val -52898"/>
              <a:gd name="adj2" fmla="val 81088"/>
              <a:gd name="adj3" fmla="val 16667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ß"/>
              <a:defRPr sz="3200">
                <a:solidFill>
                  <a:schemeClr val="tx1"/>
                </a:solidFill>
                <a:latin typeface="Franklin Gothic Book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Þ"/>
              <a:defRPr sz="2800">
                <a:solidFill>
                  <a:schemeClr val="tx1"/>
                </a:solidFill>
                <a:latin typeface="Franklin Gothic Book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"/>
              <a:defRPr sz="2400">
                <a:solidFill>
                  <a:schemeClr val="tx1"/>
                </a:solidFill>
                <a:latin typeface="Franklin Gothic Book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"/>
              <a:defRPr sz="2000">
                <a:solidFill>
                  <a:schemeClr val="tx1"/>
                </a:solidFill>
                <a:latin typeface="Franklin Gothic Book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rgbClr val="CC0000"/>
                </a:solidFill>
                <a:latin typeface="Arial" pitchFamily="34" charset="0"/>
              </a:rPr>
              <a:t>他们之间比较相似，是否可聚成一类</a:t>
            </a:r>
          </a:p>
        </p:txBody>
      </p:sp>
      <p:sp>
        <p:nvSpPr>
          <p:cNvPr id="69675" name="AutoShape 43"/>
          <p:cNvSpPr>
            <a:spLocks noChangeArrowheads="1"/>
          </p:cNvSpPr>
          <p:nvPr/>
        </p:nvSpPr>
        <p:spPr bwMode="auto">
          <a:xfrm>
            <a:off x="6804025" y="2557463"/>
            <a:ext cx="2339975" cy="1019175"/>
          </a:xfrm>
          <a:prstGeom prst="wedgeRoundRectCallout">
            <a:avLst>
              <a:gd name="adj1" fmla="val -60991"/>
              <a:gd name="adj2" fmla="val -95917"/>
              <a:gd name="adj3" fmla="val 16667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ß"/>
              <a:defRPr sz="3200">
                <a:solidFill>
                  <a:schemeClr val="tx1"/>
                </a:solidFill>
                <a:latin typeface="Franklin Gothic Book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Þ"/>
              <a:defRPr sz="2800">
                <a:solidFill>
                  <a:schemeClr val="tx1"/>
                </a:solidFill>
                <a:latin typeface="Franklin Gothic Book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"/>
              <a:defRPr sz="2400">
                <a:solidFill>
                  <a:schemeClr val="tx1"/>
                </a:solidFill>
                <a:latin typeface="Franklin Gothic Book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"/>
              <a:defRPr sz="2000">
                <a:solidFill>
                  <a:schemeClr val="tx1"/>
                </a:solidFill>
                <a:latin typeface="Franklin Gothic Book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800" b="1">
                <a:solidFill>
                  <a:srgbClr val="CC0000"/>
                </a:solidFill>
                <a:latin typeface="Arial" pitchFamily="34" charset="0"/>
              </a:rPr>
              <a:t>怎样评价相似度呢？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9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9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9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9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72" grpId="0" animBg="1"/>
      <p:bldP spid="69673" grpId="0" animBg="1"/>
      <p:bldP spid="69674" grpId="0" animBg="1"/>
      <p:bldP spid="6967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宋体" pitchFamily="2" charset="-122"/>
              </a:rPr>
              <a:t>聚类分析概述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7188" y="1250950"/>
            <a:ext cx="8401050" cy="3905250"/>
          </a:xfrm>
        </p:spPr>
        <p:txBody>
          <a:bodyPr/>
          <a:lstStyle/>
          <a:p>
            <a:r>
              <a:rPr lang="zh-CN" altLang="en-US" sz="2800" b="1">
                <a:latin typeface="仿宋_GB2312" pitchFamily="49" charset="-122"/>
                <a:ea typeface="仿宋_GB2312" pitchFamily="49" charset="-122"/>
              </a:rPr>
              <a:t>概念：</a:t>
            </a:r>
          </a:p>
          <a:p>
            <a:pPr lvl="1"/>
            <a:r>
              <a:rPr lang="zh-CN" altLang="en-US" b="1">
                <a:latin typeface="仿宋_GB2312" pitchFamily="49" charset="-122"/>
                <a:ea typeface="仿宋_GB2312" pitchFamily="49" charset="-122"/>
              </a:rPr>
              <a:t>聚类分析是数据挖掘中研究“</a:t>
            </a:r>
            <a:r>
              <a:rPr lang="zh-CN" altLang="en-US" b="1">
                <a:solidFill>
                  <a:srgbClr val="FF0000"/>
                </a:solidFill>
                <a:latin typeface="仿宋_GB2312" pitchFamily="49" charset="-122"/>
                <a:ea typeface="仿宋_GB2312" pitchFamily="49" charset="-122"/>
              </a:rPr>
              <a:t>物以类聚</a:t>
            </a:r>
            <a:r>
              <a:rPr lang="zh-CN" altLang="en-US" b="1">
                <a:latin typeface="仿宋_GB2312" pitchFamily="49" charset="-122"/>
                <a:ea typeface="仿宋_GB2312" pitchFamily="49" charset="-122"/>
              </a:rPr>
              <a:t>”的一种方法,属多元统计分析方法.</a:t>
            </a:r>
          </a:p>
          <a:p>
            <a:pPr lvl="1"/>
            <a:r>
              <a:rPr lang="zh-CN" altLang="en-US" b="1">
                <a:latin typeface="仿宋_GB2312" pitchFamily="49" charset="-122"/>
                <a:ea typeface="仿宋_GB2312" pitchFamily="49" charset="-122"/>
              </a:rPr>
              <a:t>例如：细分市场、消费行为划分</a:t>
            </a:r>
          </a:p>
          <a:p>
            <a:pPr lvl="1"/>
            <a:endParaRPr lang="zh-CN" altLang="en-US" b="1">
              <a:latin typeface="仿宋_GB2312" pitchFamily="49" charset="-122"/>
              <a:ea typeface="仿宋_GB2312" pitchFamily="49" charset="-122"/>
            </a:endParaRPr>
          </a:p>
          <a:p>
            <a:r>
              <a:rPr lang="zh-CN" altLang="en-US" sz="2800" b="1">
                <a:latin typeface="仿宋_GB2312" pitchFamily="49" charset="-122"/>
                <a:ea typeface="仿宋_GB2312" pitchFamily="49" charset="-122"/>
              </a:rPr>
              <a:t>聚类分析是建立一种分类，是将一批样本(或变量)按照在性质上的“</a:t>
            </a:r>
            <a:r>
              <a:rPr lang="zh-CN" altLang="en-US" sz="2800" b="1" u="sng">
                <a:latin typeface="仿宋_GB2312" pitchFamily="49" charset="-122"/>
                <a:ea typeface="仿宋_GB2312" pitchFamily="49" charset="-122"/>
              </a:rPr>
              <a:t>亲疏”程度</a:t>
            </a:r>
            <a:r>
              <a:rPr lang="zh-CN" altLang="en-US" sz="2800" b="1">
                <a:latin typeface="仿宋_GB2312" pitchFamily="49" charset="-122"/>
                <a:ea typeface="仿宋_GB2312" pitchFamily="49" charset="-122"/>
              </a:rPr>
              <a:t>,在</a:t>
            </a:r>
            <a:r>
              <a:rPr lang="zh-CN" altLang="en-US" sz="2800" b="1" u="sng">
                <a:solidFill>
                  <a:srgbClr val="FF0000"/>
                </a:solidFill>
                <a:latin typeface="仿宋_GB2312" pitchFamily="49" charset="-122"/>
                <a:ea typeface="仿宋_GB2312" pitchFamily="49" charset="-122"/>
              </a:rPr>
              <a:t>没有先验知识</a:t>
            </a:r>
            <a:r>
              <a:rPr lang="zh-CN" altLang="en-US" sz="2800" b="1">
                <a:latin typeface="仿宋_GB2312" pitchFamily="49" charset="-122"/>
                <a:ea typeface="仿宋_GB2312" pitchFamily="49" charset="-122"/>
              </a:rPr>
              <a:t>的情况下自动进行分类的方法.其中:</a:t>
            </a:r>
            <a:br>
              <a:rPr lang="en-US" altLang="zh-CN" sz="2800" b="1">
                <a:latin typeface="仿宋_GB2312" pitchFamily="49" charset="-122"/>
                <a:ea typeface="仿宋_GB2312" pitchFamily="49" charset="-122"/>
              </a:rPr>
            </a:br>
            <a:r>
              <a:rPr lang="zh-CN" altLang="en-US" sz="2800" b="1">
                <a:latin typeface="仿宋_GB2312" pitchFamily="49" charset="-122"/>
                <a:ea typeface="仿宋_GB2312" pitchFamily="49" charset="-122"/>
              </a:rPr>
              <a:t>类内个体具有较高的相似性,类间的差异性较大.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434" name="Object 2"/>
          <p:cNvGraphicFramePr>
            <a:graphicFrameLocks noChangeAspect="1"/>
          </p:cNvGraphicFramePr>
          <p:nvPr/>
        </p:nvGraphicFramePr>
        <p:xfrm>
          <a:off x="3071813" y="1666875"/>
          <a:ext cx="5700712" cy="298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9" name="Document" r:id="rId3" imgW="6812055" imgH="4198775" progId="Word.Document.8">
                  <p:embed/>
                </p:oleObj>
              </mc:Choice>
              <mc:Fallback>
                <p:oleObj name="Document" r:id="rId3" imgW="6812055" imgH="4198775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813" y="1666875"/>
                        <a:ext cx="5700712" cy="298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5" name="Text Box 5"/>
          <p:cNvSpPr txBox="1">
            <a:spLocks noChangeArrowheads="1"/>
          </p:cNvSpPr>
          <p:nvPr/>
        </p:nvSpPr>
        <p:spPr bwMode="auto">
          <a:xfrm>
            <a:off x="2357438" y="4702175"/>
            <a:ext cx="57912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ß"/>
              <a:defRPr sz="3200">
                <a:solidFill>
                  <a:schemeClr val="tx1"/>
                </a:solidFill>
                <a:latin typeface="Franklin Gothic Book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Þ"/>
              <a:defRPr sz="2800">
                <a:solidFill>
                  <a:schemeClr val="tx1"/>
                </a:solidFill>
                <a:latin typeface="Franklin Gothic Book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"/>
              <a:defRPr sz="2400">
                <a:solidFill>
                  <a:schemeClr val="tx1"/>
                </a:solidFill>
                <a:latin typeface="Franklin Gothic Book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"/>
              <a:defRPr sz="2000">
                <a:solidFill>
                  <a:schemeClr val="tx1"/>
                </a:solidFill>
                <a:latin typeface="Franklin Gothic Book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>
                <a:latin typeface="Times New Roman" pitchFamily="18" charset="0"/>
              </a:rPr>
              <a:t>两类:(</a:t>
            </a:r>
            <a:r>
              <a:rPr lang="en-US" altLang="zh-CN" sz="2400" b="1">
                <a:latin typeface="Times New Roman" pitchFamily="18" charset="0"/>
              </a:rPr>
              <a:t>A B) (C D E)  </a:t>
            </a:r>
            <a:r>
              <a:rPr lang="zh-CN" altLang="en-US" sz="2400" b="1">
                <a:latin typeface="Times New Roman" pitchFamily="18" charset="0"/>
              </a:rPr>
              <a:t>三类:(</a:t>
            </a:r>
            <a:r>
              <a:rPr lang="en-US" altLang="zh-CN" sz="2400" b="1">
                <a:latin typeface="Times New Roman" pitchFamily="18" charset="0"/>
              </a:rPr>
              <a:t>A B) (C) (D E)</a:t>
            </a:r>
          </a:p>
        </p:txBody>
      </p:sp>
      <p:sp>
        <p:nvSpPr>
          <p:cNvPr id="18436" name="Text Box 7"/>
          <p:cNvSpPr txBox="1">
            <a:spLocks noChangeArrowheads="1"/>
          </p:cNvSpPr>
          <p:nvPr/>
        </p:nvSpPr>
        <p:spPr bwMode="auto">
          <a:xfrm>
            <a:off x="500063" y="1489075"/>
            <a:ext cx="2286000" cy="301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ß"/>
              <a:defRPr sz="3200">
                <a:solidFill>
                  <a:schemeClr val="tx1"/>
                </a:solidFill>
                <a:latin typeface="Franklin Gothic Book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Þ"/>
              <a:defRPr sz="2800">
                <a:solidFill>
                  <a:schemeClr val="tx1"/>
                </a:solidFill>
                <a:latin typeface="Franklin Gothic Book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"/>
              <a:defRPr sz="2400">
                <a:solidFill>
                  <a:schemeClr val="tx1"/>
                </a:solidFill>
                <a:latin typeface="Franklin Gothic Book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"/>
              <a:defRPr sz="2000">
                <a:solidFill>
                  <a:schemeClr val="tx1"/>
                </a:solidFill>
                <a:latin typeface="Franklin Gothic Book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9pPr>
          </a:lstStyle>
          <a:p>
            <a:pPr eaLnBrk="1" hangingPunct="1">
              <a:lnSpc>
                <a:spcPct val="110000"/>
              </a:lnSpc>
              <a:buClr>
                <a:schemeClr val="accent2"/>
              </a:buClr>
              <a:buSzPct val="80000"/>
              <a:buFont typeface="Wingdings" pitchFamily="2" charset="2"/>
              <a:buChar char="l"/>
            </a:pPr>
            <a:r>
              <a:rPr lang="zh-CN" altLang="en-US" sz="2000" b="1">
                <a:latin typeface="宋体" pitchFamily="2" charset="-122"/>
              </a:rPr>
              <a:t>依据平均得分的差距,差距较小的为一类.</a:t>
            </a:r>
          </a:p>
          <a:p>
            <a:pPr eaLnBrk="1" hangingPunct="1">
              <a:lnSpc>
                <a:spcPct val="120000"/>
              </a:lnSpc>
              <a:buClr>
                <a:schemeClr val="accent2"/>
              </a:buClr>
              <a:buSzPct val="80000"/>
              <a:buFont typeface="Wingdings" pitchFamily="2" charset="2"/>
              <a:buChar char="l"/>
            </a:pPr>
            <a:r>
              <a:rPr lang="zh-CN" altLang="en-US" sz="2000" b="1">
                <a:latin typeface="宋体" pitchFamily="2" charset="-122"/>
              </a:rPr>
              <a:t>聚类过程中,没有事先指定分类的标准.完全根据样本数据客观产生分类结果.</a:t>
            </a:r>
          </a:p>
        </p:txBody>
      </p:sp>
      <p:sp>
        <p:nvSpPr>
          <p:cNvPr id="184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宋体" pitchFamily="2" charset="-122"/>
              </a:rPr>
              <a:t>聚类分析概述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>
                <a:ea typeface="宋体" pitchFamily="2" charset="-122"/>
              </a:rPr>
              <a:t>簇和聚类</a:t>
            </a:r>
          </a:p>
        </p:txBody>
      </p:sp>
      <p:sp>
        <p:nvSpPr>
          <p:cNvPr id="49155" name="Rectangle 3"/>
          <p:cNvSpPr>
            <a:spLocks noGrp="1"/>
          </p:cNvSpPr>
          <p:nvPr>
            <p:ph type="body" idx="4294967295"/>
          </p:nvPr>
        </p:nvSpPr>
        <p:spPr>
          <a:xfrm>
            <a:off x="457200" y="1333500"/>
            <a:ext cx="8229600" cy="2136775"/>
          </a:xfrm>
        </p:spPr>
        <p:txBody>
          <a:bodyPr/>
          <a:lstStyle/>
          <a:p>
            <a:r>
              <a:rPr lang="zh-CN" altLang="en-US" b="1">
                <a:ea typeface="宋体" pitchFamily="2" charset="-122"/>
              </a:rPr>
              <a:t>簇</a:t>
            </a:r>
            <a:r>
              <a:rPr lang="en-US" altLang="zh-CN" b="1">
                <a:ea typeface="宋体" pitchFamily="2" charset="-122"/>
              </a:rPr>
              <a:t>(cluster)</a:t>
            </a:r>
            <a:r>
              <a:rPr lang="zh-CN" altLang="en-US" b="1">
                <a:ea typeface="宋体" pitchFamily="2" charset="-122"/>
              </a:rPr>
              <a:t>： 数据对象的集合 </a:t>
            </a:r>
          </a:p>
          <a:p>
            <a:r>
              <a:rPr lang="zh-CN" altLang="en-US" b="1">
                <a:ea typeface="宋体" pitchFamily="2" charset="-122"/>
              </a:rPr>
              <a:t>同一簇中的对象彼此</a:t>
            </a:r>
            <a:r>
              <a:rPr lang="zh-CN" altLang="en-US" b="1">
                <a:solidFill>
                  <a:srgbClr val="FF0000"/>
                </a:solidFill>
                <a:ea typeface="宋体" pitchFamily="2" charset="-122"/>
              </a:rPr>
              <a:t>相似</a:t>
            </a:r>
            <a:r>
              <a:rPr lang="zh-CN" altLang="en-US" b="1">
                <a:ea typeface="宋体" pitchFamily="2" charset="-122"/>
              </a:rPr>
              <a:t> </a:t>
            </a:r>
          </a:p>
          <a:p>
            <a:r>
              <a:rPr lang="zh-CN" altLang="en-US" b="1">
                <a:ea typeface="宋体" pitchFamily="2" charset="-122"/>
              </a:rPr>
              <a:t>不同簇中的对象彼此</a:t>
            </a:r>
            <a:r>
              <a:rPr lang="zh-CN" altLang="en-US" b="1">
                <a:solidFill>
                  <a:srgbClr val="FF0000"/>
                </a:solidFill>
                <a:ea typeface="宋体" pitchFamily="2" charset="-122"/>
              </a:rPr>
              <a:t>相异</a:t>
            </a:r>
          </a:p>
          <a:p>
            <a:pPr>
              <a:buFont typeface="Wingdings 2" pitchFamily="18" charset="2"/>
              <a:buNone/>
            </a:pPr>
            <a:endParaRPr lang="zh-CN" altLang="en-US" b="1">
              <a:ea typeface="宋体" pitchFamily="2" charset="-122"/>
            </a:endParaRPr>
          </a:p>
        </p:txBody>
      </p:sp>
      <p:sp>
        <p:nvSpPr>
          <p:cNvPr id="49156" name="Text Box 4"/>
          <p:cNvSpPr txBox="1">
            <a:spLocks noChangeArrowheads="1"/>
          </p:cNvSpPr>
          <p:nvPr/>
        </p:nvSpPr>
        <p:spPr bwMode="auto">
          <a:xfrm>
            <a:off x="539750" y="3157538"/>
            <a:ext cx="8208963" cy="2770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ß"/>
              <a:defRPr sz="3200">
                <a:solidFill>
                  <a:schemeClr val="tx1"/>
                </a:solidFill>
                <a:latin typeface="Franklin Gothic Book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Þ"/>
              <a:defRPr sz="2800">
                <a:solidFill>
                  <a:schemeClr val="tx1"/>
                </a:solidFill>
                <a:latin typeface="Franklin Gothic Book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"/>
              <a:defRPr sz="2400">
                <a:solidFill>
                  <a:schemeClr val="tx1"/>
                </a:solidFill>
                <a:latin typeface="Franklin Gothic Book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"/>
              <a:defRPr sz="2000">
                <a:solidFill>
                  <a:schemeClr val="tx1"/>
                </a:solidFill>
                <a:latin typeface="Franklin Gothic Book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Clr>
                <a:schemeClr val="accent1"/>
              </a:buClr>
              <a:buSzPct val="65000"/>
              <a:buFont typeface="Wingdings" pitchFamily="2" charset="2"/>
              <a:buChar char="n"/>
            </a:pPr>
            <a:r>
              <a:rPr kumimoji="0" lang="zh-CN" altLang="en-US" sz="3000" b="1">
                <a:latin typeface="Arial" pitchFamily="34" charset="0"/>
              </a:rPr>
              <a:t>聚类：</a:t>
            </a:r>
          </a:p>
          <a:p>
            <a:pPr eaLnBrk="1" hangingPunct="1">
              <a:lnSpc>
                <a:spcPct val="90000"/>
              </a:lnSpc>
              <a:buClr>
                <a:schemeClr val="accent1"/>
              </a:buClr>
              <a:buSzPct val="65000"/>
              <a:buFont typeface="Wingdings" pitchFamily="2" charset="2"/>
              <a:buChar char="n"/>
            </a:pPr>
            <a:r>
              <a:rPr kumimoji="0" lang="zh-CN" altLang="en-US" sz="3000" b="1">
                <a:latin typeface="Arial" pitchFamily="34" charset="0"/>
              </a:rPr>
              <a:t>将数据对象的集合分组成为由相似对象组成的多个类 </a:t>
            </a:r>
          </a:p>
          <a:p>
            <a:pPr eaLnBrk="1" hangingPunct="1">
              <a:lnSpc>
                <a:spcPct val="90000"/>
              </a:lnSpc>
              <a:buClr>
                <a:schemeClr val="accent1"/>
              </a:buClr>
              <a:buSzPct val="65000"/>
              <a:buFont typeface="Wingdings" pitchFamily="2" charset="2"/>
              <a:buChar char="n"/>
            </a:pPr>
            <a:r>
              <a:rPr kumimoji="0" lang="zh-CN" altLang="en-US" sz="3000" b="1">
                <a:latin typeface="Arial" pitchFamily="34" charset="0"/>
              </a:rPr>
              <a:t>聚类分析中要划分的类是未知的，所以聚类分析属于</a:t>
            </a:r>
            <a:r>
              <a:rPr kumimoji="0" lang="zh-CN" altLang="en-US" sz="3000" b="1">
                <a:solidFill>
                  <a:srgbClr val="FF0000"/>
                </a:solidFill>
                <a:latin typeface="Arial" pitchFamily="34" charset="0"/>
              </a:rPr>
              <a:t>无监督学习</a:t>
            </a:r>
            <a:r>
              <a:rPr kumimoji="0" lang="zh-CN" altLang="en-US" sz="3000" b="1">
                <a:latin typeface="Arial" pitchFamily="34" charset="0"/>
              </a:rPr>
              <a:t>或</a:t>
            </a:r>
            <a:r>
              <a:rPr kumimoji="0" lang="zh-CN" altLang="en-US" sz="3000" b="1">
                <a:solidFill>
                  <a:srgbClr val="FF0000"/>
                </a:solidFill>
                <a:latin typeface="Arial" pitchFamily="34" charset="0"/>
              </a:rPr>
              <a:t>观察学习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Char char="•"/>
            </a:pPr>
            <a:endParaRPr kumimoji="0" lang="zh-CN" altLang="en-US" sz="1800" b="1">
              <a:latin typeface="Arial" pitchFamily="34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9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9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5" grpId="0" build="p"/>
      <p:bldP spid="4915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/>
          </p:cNvSpPr>
          <p:nvPr>
            <p:ph type="title" idx="4294967295"/>
          </p:nvPr>
        </p:nvSpPr>
        <p:spPr>
          <a:xfrm>
            <a:off x="457200" y="228600"/>
            <a:ext cx="8229600" cy="889000"/>
          </a:xfrm>
        </p:spPr>
        <p:txBody>
          <a:bodyPr/>
          <a:lstStyle/>
          <a:p>
            <a:r>
              <a:rPr lang="zh-CN" altLang="en-US" sz="4800" b="1">
                <a:latin typeface="Times New Roman" pitchFamily="18" charset="0"/>
                <a:ea typeface="宋体" pitchFamily="2" charset="-122"/>
              </a:rPr>
              <a:t>聚类算法的应用举例</a:t>
            </a:r>
            <a:endParaRPr lang="en-US" altLang="zh-CN" sz="4800" b="1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93187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F5050"/>
                </a:solidFill>
                <a:ea typeface="宋体" pitchFamily="2" charset="-122"/>
              </a:rPr>
              <a:t>车牌识别</a:t>
            </a:r>
            <a:r>
              <a:rPr lang="en-US" altLang="zh-CN" b="1">
                <a:latin typeface="Tahoma" pitchFamily="34" charset="0"/>
                <a:ea typeface="宋体" pitchFamily="2" charset="-122"/>
              </a:rPr>
              <a:t>——</a:t>
            </a:r>
            <a:r>
              <a:rPr lang="zh-CN" altLang="en-US" b="1">
                <a:ea typeface="宋体" pitchFamily="2" charset="-122"/>
              </a:rPr>
              <a:t>图像分割算法</a:t>
            </a:r>
          </a:p>
          <a:p>
            <a:r>
              <a:rPr lang="en-US" altLang="zh-CN" b="1">
                <a:ea typeface="宋体" pitchFamily="2" charset="-122"/>
              </a:rPr>
              <a:t>K=2</a:t>
            </a:r>
            <a:r>
              <a:rPr lang="zh-CN" altLang="en-US" b="1">
                <a:ea typeface="宋体" pitchFamily="2" charset="-122"/>
              </a:rPr>
              <a:t>，分割为类似白色和类似蓝色两个类</a:t>
            </a:r>
          </a:p>
          <a:p>
            <a:r>
              <a:rPr lang="zh-CN" altLang="en-US" b="1">
                <a:ea typeface="宋体" pitchFamily="2" charset="-122"/>
              </a:rPr>
              <a:t>将白色的形状与字符库中的字符作相似性比对，判断属于哪个字符。</a:t>
            </a:r>
          </a:p>
        </p:txBody>
      </p:sp>
      <p:pic>
        <p:nvPicPr>
          <p:cNvPr id="93188" name="Picture 4" descr="timg (14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200"/>
          <a:stretch>
            <a:fillRect/>
          </a:stretch>
        </p:blipFill>
        <p:spPr bwMode="auto">
          <a:xfrm>
            <a:off x="4067175" y="3540125"/>
            <a:ext cx="4710113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3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93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93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93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87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b="1">
                <a:ea typeface="宋体" pitchFamily="2" charset="-122"/>
              </a:rPr>
              <a:t>在图像分割上的简单应用</a:t>
            </a:r>
          </a:p>
        </p:txBody>
      </p:sp>
      <p:sp>
        <p:nvSpPr>
          <p:cNvPr id="21507" name="Text Box 3"/>
          <p:cNvSpPr txBox="1">
            <a:spLocks noChangeArrowheads="1"/>
          </p:cNvSpPr>
          <p:nvPr/>
        </p:nvSpPr>
        <p:spPr bwMode="auto">
          <a:xfrm>
            <a:off x="1116013" y="1284288"/>
            <a:ext cx="2376487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ß"/>
              <a:defRPr sz="3200">
                <a:solidFill>
                  <a:schemeClr val="tx1"/>
                </a:solidFill>
                <a:latin typeface="Franklin Gothic Book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Þ"/>
              <a:defRPr sz="2800">
                <a:solidFill>
                  <a:schemeClr val="tx1"/>
                </a:solidFill>
                <a:latin typeface="Franklin Gothic Book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"/>
              <a:defRPr sz="2400">
                <a:solidFill>
                  <a:schemeClr val="tx1"/>
                </a:solidFill>
                <a:latin typeface="Franklin Gothic Book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"/>
              <a:defRPr sz="2000">
                <a:solidFill>
                  <a:schemeClr val="tx1"/>
                </a:solidFill>
                <a:latin typeface="Franklin Gothic Book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800" b="1">
                <a:latin typeface="Tahoma" pitchFamily="34" charset="0"/>
              </a:rPr>
              <a:t>例</a:t>
            </a:r>
            <a:r>
              <a:rPr kumimoji="0" lang="en-US" altLang="zh-CN" sz="2800" b="1">
                <a:latin typeface="Tahoma" pitchFamily="34" charset="0"/>
              </a:rPr>
              <a:t>1</a:t>
            </a:r>
            <a:r>
              <a:rPr kumimoji="0" lang="zh-CN" altLang="en-US" sz="2800" b="1">
                <a:latin typeface="Tahoma" pitchFamily="34" charset="0"/>
              </a:rPr>
              <a:t>：</a:t>
            </a:r>
          </a:p>
        </p:txBody>
      </p:sp>
      <p:sp>
        <p:nvSpPr>
          <p:cNvPr id="21508" name="Text Box 4"/>
          <p:cNvSpPr txBox="1">
            <a:spLocks noChangeArrowheads="1"/>
          </p:cNvSpPr>
          <p:nvPr/>
        </p:nvSpPr>
        <p:spPr bwMode="auto">
          <a:xfrm>
            <a:off x="468313" y="1935163"/>
            <a:ext cx="8207375" cy="3754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ß"/>
              <a:defRPr sz="3200">
                <a:solidFill>
                  <a:schemeClr val="tx1"/>
                </a:solidFill>
                <a:latin typeface="Franklin Gothic Book" pitchFamily="34" charset="0"/>
              </a:defRPr>
            </a:lvl1pPr>
            <a:lvl2pPr marL="914400" indent="-4572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Þ"/>
              <a:defRPr sz="2800">
                <a:solidFill>
                  <a:schemeClr val="tx1"/>
                </a:solidFill>
                <a:latin typeface="Franklin Gothic Book" pitchFamily="34" charset="0"/>
              </a:defRPr>
            </a:lvl2pPr>
            <a:lvl3pPr marL="1371600" indent="-4572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"/>
              <a:defRPr sz="2400">
                <a:solidFill>
                  <a:schemeClr val="tx1"/>
                </a:solidFill>
                <a:latin typeface="Franklin Gothic Book" pitchFamily="34" charset="0"/>
              </a:defRPr>
            </a:lvl3pPr>
            <a:lvl4pPr marL="1828800" indent="-4572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"/>
              <a:defRPr sz="2000">
                <a:solidFill>
                  <a:schemeClr val="tx1"/>
                </a:solidFill>
                <a:latin typeface="Franklin Gothic Book" pitchFamily="34" charset="0"/>
              </a:defRPr>
            </a:lvl4pPr>
            <a:lvl5pPr marL="2286000" indent="-4572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5pPr>
            <a:lvl6pPr marL="27432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6pPr>
            <a:lvl7pPr marL="32004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7pPr>
            <a:lvl8pPr marL="36576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8pPr>
            <a:lvl9pPr marL="41148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hlink"/>
              </a:buClr>
              <a:buSzTx/>
              <a:buFontTx/>
              <a:buAutoNum type="arabicPeriod"/>
            </a:pPr>
            <a:r>
              <a:rPr kumimoji="0" lang="zh-CN" altLang="en-US" sz="2800" b="1">
                <a:latin typeface="Times New Roman" pitchFamily="18" charset="0"/>
              </a:rPr>
              <a:t>图片：一只遥望大海的小狗；</a:t>
            </a:r>
          </a:p>
          <a:p>
            <a:pPr eaLnBrk="1" hangingPunct="1">
              <a:spcBef>
                <a:spcPct val="50000"/>
              </a:spcBef>
              <a:buClr>
                <a:schemeClr val="hlink"/>
              </a:buClr>
              <a:buSzTx/>
              <a:buFontTx/>
              <a:buAutoNum type="arabicPeriod"/>
            </a:pPr>
            <a:r>
              <a:rPr kumimoji="0" lang="zh-CN" altLang="en-US" sz="2800" b="1">
                <a:latin typeface="Times New Roman" pitchFamily="18" charset="0"/>
              </a:rPr>
              <a:t>此图为</a:t>
            </a:r>
            <a:r>
              <a:rPr kumimoji="0" lang="en-US" altLang="zh-CN" sz="2800" b="1">
                <a:latin typeface="Times New Roman" pitchFamily="18" charset="0"/>
              </a:rPr>
              <a:t>100 x 100</a:t>
            </a:r>
            <a:r>
              <a:rPr kumimoji="0" lang="zh-CN" altLang="en-US" sz="2800" b="1">
                <a:latin typeface="Times New Roman" pitchFamily="18" charset="0"/>
              </a:rPr>
              <a:t>像素的</a:t>
            </a:r>
            <a:r>
              <a:rPr kumimoji="0" lang="en-US" altLang="zh-CN" sz="2800" b="1">
                <a:latin typeface="Times New Roman" pitchFamily="18" charset="0"/>
              </a:rPr>
              <a:t>JPG</a:t>
            </a:r>
            <a:r>
              <a:rPr kumimoji="0" lang="zh-CN" altLang="en-US" sz="2800" b="1">
                <a:latin typeface="Times New Roman" pitchFamily="18" charset="0"/>
              </a:rPr>
              <a:t>图片，每个像素可以表示为三维向量（分别对应</a:t>
            </a:r>
            <a:r>
              <a:rPr kumimoji="0" lang="en-US" altLang="zh-CN" sz="2800" b="1">
                <a:latin typeface="Times New Roman" pitchFamily="18" charset="0"/>
              </a:rPr>
              <a:t>JPEG</a:t>
            </a:r>
            <a:r>
              <a:rPr kumimoji="0" lang="zh-CN" altLang="en-US" sz="2800" b="1">
                <a:latin typeface="Times New Roman" pitchFamily="18" charset="0"/>
              </a:rPr>
              <a:t>图像中的红色、绿色和蓝色通道）</a:t>
            </a:r>
            <a:r>
              <a:rPr kumimoji="0" lang="en-US" altLang="zh-CN" sz="2800" b="1">
                <a:latin typeface="Times New Roman" pitchFamily="18" charset="0"/>
              </a:rPr>
              <a:t> </a:t>
            </a:r>
            <a:r>
              <a:rPr kumimoji="0" lang="zh-CN" altLang="en-US" sz="2800" b="1">
                <a:latin typeface="Times New Roman" pitchFamily="18" charset="0"/>
              </a:rPr>
              <a:t>；</a:t>
            </a:r>
          </a:p>
          <a:p>
            <a:pPr eaLnBrk="1" hangingPunct="1">
              <a:spcBef>
                <a:spcPct val="50000"/>
              </a:spcBef>
              <a:buClr>
                <a:schemeClr val="hlink"/>
              </a:buClr>
              <a:buSzTx/>
              <a:buFontTx/>
              <a:buAutoNum type="arabicPeriod"/>
            </a:pPr>
            <a:r>
              <a:rPr kumimoji="0" lang="zh-CN" altLang="en-US" sz="2800" b="1">
                <a:latin typeface="Times New Roman" pitchFamily="18" charset="0"/>
              </a:rPr>
              <a:t>将图片分割为合适的背景区域（三个）和前景区域（小狗）；</a:t>
            </a:r>
            <a:endParaRPr kumimoji="0" lang="en-US" altLang="zh-CN" sz="2800" b="1">
              <a:latin typeface="Times New Roman" pitchFamily="18" charset="0"/>
            </a:endParaRPr>
          </a:p>
          <a:p>
            <a:pPr eaLnBrk="1" hangingPunct="1">
              <a:spcBef>
                <a:spcPct val="50000"/>
              </a:spcBef>
              <a:buClr>
                <a:schemeClr val="hlink"/>
              </a:buClr>
              <a:buSzTx/>
              <a:buFontTx/>
              <a:buAutoNum type="arabicPeriod"/>
            </a:pPr>
            <a:r>
              <a:rPr kumimoji="0" lang="zh-CN" altLang="en-US" sz="2800" b="1">
                <a:latin typeface="Times New Roman" pitchFamily="18" charset="0"/>
              </a:rPr>
              <a:t>使用</a:t>
            </a:r>
            <a:r>
              <a:rPr kumimoji="0" lang="en-US" altLang="zh-CN" sz="2800" b="1">
                <a:latin typeface="Times New Roman" pitchFamily="18" charset="0"/>
              </a:rPr>
              <a:t>K-means</a:t>
            </a:r>
            <a:r>
              <a:rPr kumimoji="0" lang="zh-CN" altLang="en-US" sz="2800" b="1">
                <a:latin typeface="Times New Roman" pitchFamily="18" charset="0"/>
              </a:rPr>
              <a:t>算法对图像进行分割。</a:t>
            </a:r>
            <a:endParaRPr kumimoji="0" lang="en-US" altLang="zh-CN" sz="2800" b="1">
              <a:latin typeface="Times New Roman" pitchFamily="18" charset="0"/>
            </a:endParaRPr>
          </a:p>
        </p:txBody>
      </p:sp>
      <p:pic>
        <p:nvPicPr>
          <p:cNvPr id="2150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7763" y="1117600"/>
            <a:ext cx="2303462" cy="1365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b="1">
                <a:ea typeface="宋体" pitchFamily="2" charset="-122"/>
              </a:rPr>
              <a:t>在图像分割上的简单应用</a:t>
            </a:r>
            <a:r>
              <a:rPr lang="zh-CN" altLang="en-US" sz="4000" b="1">
                <a:ea typeface="宋体" pitchFamily="2" charset="-122"/>
              </a:rPr>
              <a:t>（续）</a:t>
            </a:r>
          </a:p>
        </p:txBody>
      </p:sp>
      <p:pic>
        <p:nvPicPr>
          <p:cNvPr id="22531" name="Picture 3" descr="do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613" y="1117600"/>
            <a:ext cx="4824412" cy="302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3492500" y="4105275"/>
            <a:ext cx="2447925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ß"/>
              <a:defRPr sz="3200">
                <a:solidFill>
                  <a:schemeClr val="tx1"/>
                </a:solidFill>
                <a:latin typeface="Franklin Gothic Book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Þ"/>
              <a:defRPr sz="2800">
                <a:solidFill>
                  <a:schemeClr val="tx1"/>
                </a:solidFill>
                <a:latin typeface="Franklin Gothic Book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"/>
              <a:defRPr sz="2400">
                <a:solidFill>
                  <a:schemeClr val="tx1"/>
                </a:solidFill>
                <a:latin typeface="Franklin Gothic Book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"/>
              <a:defRPr sz="2000">
                <a:solidFill>
                  <a:schemeClr val="tx1"/>
                </a:solidFill>
                <a:latin typeface="Franklin Gothic Book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800">
                <a:latin typeface="Times New Roman" pitchFamily="18" charset="0"/>
              </a:rPr>
              <a:t>分割后的效果</a:t>
            </a:r>
          </a:p>
        </p:txBody>
      </p:sp>
      <p:sp>
        <p:nvSpPr>
          <p:cNvPr id="22533" name="Text Box 5"/>
          <p:cNvSpPr txBox="1">
            <a:spLocks noChangeArrowheads="1"/>
          </p:cNvSpPr>
          <p:nvPr/>
        </p:nvSpPr>
        <p:spPr bwMode="auto">
          <a:xfrm>
            <a:off x="107950" y="4757738"/>
            <a:ext cx="8964613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ß"/>
              <a:defRPr sz="3200">
                <a:solidFill>
                  <a:schemeClr val="tx1"/>
                </a:solidFill>
                <a:latin typeface="Franklin Gothic Book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Þ"/>
              <a:defRPr sz="2800">
                <a:solidFill>
                  <a:schemeClr val="tx1"/>
                </a:solidFill>
                <a:latin typeface="Franklin Gothic Book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"/>
              <a:defRPr sz="2400">
                <a:solidFill>
                  <a:schemeClr val="tx1"/>
                </a:solidFill>
                <a:latin typeface="Franklin Gothic Book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"/>
              <a:defRPr sz="2000">
                <a:solidFill>
                  <a:schemeClr val="tx1"/>
                </a:solidFill>
                <a:latin typeface="Franklin Gothic Book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dirty="0">
                <a:latin typeface="Tahoma" pitchFamily="34" charset="0"/>
              </a:rPr>
              <a:t>注：最大迭代次数为</a:t>
            </a:r>
            <a:r>
              <a:rPr kumimoji="0" lang="en-US" altLang="zh-CN" sz="2400" dirty="0">
                <a:latin typeface="Tahoma" pitchFamily="34" charset="0"/>
              </a:rPr>
              <a:t>20</a:t>
            </a:r>
            <a:r>
              <a:rPr kumimoji="0" lang="zh-CN" altLang="en-US" sz="2400" dirty="0">
                <a:latin typeface="Tahoma" pitchFamily="34" charset="0"/>
              </a:rPr>
              <a:t>次，需运行多次才有可能得到较好的效果。</a:t>
            </a:r>
          </a:p>
        </p:txBody>
      </p:sp>
    </p:spTree>
  </p:cSld>
  <p:clrMapOvr>
    <a:masterClrMapping/>
  </p:clrMapOvr>
  <p:transition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b="1">
                <a:ea typeface="宋体" pitchFamily="2" charset="-122"/>
              </a:rPr>
              <a:t>在人脸识别中的应用</a:t>
            </a:r>
            <a:endParaRPr lang="zh-CN" altLang="en-US" sz="4000" b="1">
              <a:ea typeface="宋体" pitchFamily="2" charset="-122"/>
            </a:endParaRPr>
          </a:p>
        </p:txBody>
      </p:sp>
      <p:sp>
        <p:nvSpPr>
          <p:cNvPr id="23555" name="Text Box 3"/>
          <p:cNvSpPr txBox="1">
            <a:spLocks noChangeArrowheads="1"/>
          </p:cNvSpPr>
          <p:nvPr/>
        </p:nvSpPr>
        <p:spPr bwMode="auto">
          <a:xfrm>
            <a:off x="1116013" y="1236663"/>
            <a:ext cx="1873250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ß"/>
              <a:defRPr sz="3200">
                <a:solidFill>
                  <a:schemeClr val="tx1"/>
                </a:solidFill>
                <a:latin typeface="Franklin Gothic Book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Þ"/>
              <a:defRPr sz="2800">
                <a:solidFill>
                  <a:schemeClr val="tx1"/>
                </a:solidFill>
                <a:latin typeface="Franklin Gothic Book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"/>
              <a:defRPr sz="2400">
                <a:solidFill>
                  <a:schemeClr val="tx1"/>
                </a:solidFill>
                <a:latin typeface="Franklin Gothic Book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"/>
              <a:defRPr sz="2000">
                <a:solidFill>
                  <a:schemeClr val="tx1"/>
                </a:solidFill>
                <a:latin typeface="Franklin Gothic Book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800" b="1">
                <a:latin typeface="Times New Roman" pitchFamily="18" charset="0"/>
              </a:rPr>
              <a:t>例</a:t>
            </a:r>
            <a:r>
              <a:rPr kumimoji="0" lang="en-US" altLang="zh-CN" sz="2800" b="1">
                <a:latin typeface="Times New Roman" pitchFamily="18" charset="0"/>
              </a:rPr>
              <a:t>2</a:t>
            </a:r>
            <a:r>
              <a:rPr kumimoji="0" lang="zh-CN" altLang="en-US" sz="2800" b="1">
                <a:latin typeface="Times New Roman" pitchFamily="18" charset="0"/>
              </a:rPr>
              <a:t>：</a:t>
            </a:r>
          </a:p>
        </p:txBody>
      </p:sp>
      <p:pic>
        <p:nvPicPr>
          <p:cNvPr id="23556" name="Picture 4" descr="fac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888" y="1614488"/>
            <a:ext cx="6696075" cy="334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7" name="Text Box 5"/>
          <p:cNvSpPr txBox="1">
            <a:spLocks noChangeArrowheads="1"/>
          </p:cNvSpPr>
          <p:nvPr/>
        </p:nvSpPr>
        <p:spPr bwMode="auto">
          <a:xfrm>
            <a:off x="1619250" y="4899025"/>
            <a:ext cx="662463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ß"/>
              <a:defRPr sz="3200">
                <a:solidFill>
                  <a:schemeClr val="tx1"/>
                </a:solidFill>
                <a:latin typeface="Franklin Gothic Book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Þ"/>
              <a:defRPr sz="2800">
                <a:solidFill>
                  <a:schemeClr val="tx1"/>
                </a:solidFill>
                <a:latin typeface="Franklin Gothic Book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"/>
              <a:defRPr sz="2400">
                <a:solidFill>
                  <a:schemeClr val="tx1"/>
                </a:solidFill>
                <a:latin typeface="Franklin Gothic Book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"/>
              <a:defRPr sz="2000">
                <a:solidFill>
                  <a:schemeClr val="tx1"/>
                </a:solidFill>
                <a:latin typeface="Franklin Gothic Book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>
                <a:latin typeface="Tahoma" pitchFamily="34" charset="0"/>
              </a:rPr>
              <a:t>注：聚类中心个数为</a:t>
            </a:r>
            <a:r>
              <a:rPr kumimoji="0" lang="en-US" altLang="zh-CN" sz="2400">
                <a:latin typeface="Tahoma" pitchFamily="34" charset="0"/>
              </a:rPr>
              <a:t>5</a:t>
            </a:r>
            <a:r>
              <a:rPr kumimoji="0" lang="zh-CN" altLang="en-US" sz="2400">
                <a:latin typeface="Tahoma" pitchFamily="34" charset="0"/>
              </a:rPr>
              <a:t>，最大迭代次数为</a:t>
            </a:r>
            <a:r>
              <a:rPr kumimoji="0" lang="en-US" altLang="zh-CN" sz="2400">
                <a:latin typeface="Tahoma" pitchFamily="34" charset="0"/>
              </a:rPr>
              <a:t>10</a:t>
            </a:r>
            <a:r>
              <a:rPr kumimoji="0" lang="zh-CN" altLang="en-US" sz="2400">
                <a:latin typeface="Tahoma" pitchFamily="34" charset="0"/>
              </a:rPr>
              <a:t>。</a:t>
            </a:r>
          </a:p>
        </p:txBody>
      </p:sp>
    </p:spTree>
  </p:cSld>
  <p:clrMapOvr>
    <a:masterClrMapping/>
  </p:clrMapOvr>
  <p:transition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>
                <a:ea typeface="宋体" pitchFamily="2" charset="-122"/>
              </a:rPr>
              <a:t>聚类分析的主要问题</a:t>
            </a:r>
          </a:p>
        </p:txBody>
      </p:sp>
      <p:sp>
        <p:nvSpPr>
          <p:cNvPr id="24579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zh-CN" altLang="en-US" b="1">
                <a:ea typeface="宋体" pitchFamily="2" charset="-122"/>
              </a:rPr>
              <a:t>如何度量距离</a:t>
            </a:r>
          </a:p>
          <a:p>
            <a:endParaRPr lang="zh-CN" altLang="en-US" b="1">
              <a:ea typeface="宋体" pitchFamily="2" charset="-122"/>
            </a:endParaRPr>
          </a:p>
          <a:p>
            <a:r>
              <a:rPr lang="zh-CN" altLang="en-US" b="1">
                <a:ea typeface="宋体" pitchFamily="2" charset="-122"/>
              </a:rPr>
              <a:t>层次聚类法</a:t>
            </a:r>
          </a:p>
          <a:p>
            <a:endParaRPr lang="zh-CN" altLang="en-US" b="1">
              <a:ea typeface="宋体" pitchFamily="2" charset="-122"/>
            </a:endParaRPr>
          </a:p>
          <a:p>
            <a:r>
              <a:rPr lang="en-US" altLang="zh-CN" b="1">
                <a:ea typeface="宋体" pitchFamily="2" charset="-122"/>
              </a:rPr>
              <a:t>K-means</a:t>
            </a:r>
            <a:r>
              <a:rPr lang="zh-CN" altLang="en-US" b="1">
                <a:ea typeface="宋体" pitchFamily="2" charset="-122"/>
              </a:rPr>
              <a:t>聚类</a:t>
            </a:r>
          </a:p>
          <a:p>
            <a:endParaRPr lang="zh-CN" altLang="en-US" b="1">
              <a:ea typeface="宋体" pitchFamily="2" charset="-122"/>
            </a:endParaRPr>
          </a:p>
          <a:p>
            <a:r>
              <a:rPr lang="en-US" altLang="zh-CN" b="1">
                <a:ea typeface="宋体" pitchFamily="2" charset="-122"/>
              </a:rPr>
              <a:t>K-</a:t>
            </a:r>
            <a:r>
              <a:rPr lang="zh-CN" altLang="en-US" b="1">
                <a:ea typeface="宋体" pitchFamily="2" charset="-122"/>
              </a:rPr>
              <a:t>中心点聚类</a:t>
            </a:r>
          </a:p>
        </p:txBody>
      </p:sp>
      <p:sp>
        <p:nvSpPr>
          <p:cNvPr id="24580" name="AutoShape 4"/>
          <p:cNvSpPr>
            <a:spLocks/>
          </p:cNvSpPr>
          <p:nvPr/>
        </p:nvSpPr>
        <p:spPr bwMode="auto">
          <a:xfrm>
            <a:off x="3492500" y="4079875"/>
            <a:ext cx="431800" cy="1200150"/>
          </a:xfrm>
          <a:prstGeom prst="rightBrace">
            <a:avLst>
              <a:gd name="adj1" fmla="val 2779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ß"/>
              <a:defRPr sz="3200">
                <a:solidFill>
                  <a:schemeClr val="tx1"/>
                </a:solidFill>
                <a:latin typeface="Franklin Gothic Book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Þ"/>
              <a:defRPr sz="2800">
                <a:solidFill>
                  <a:schemeClr val="tx1"/>
                </a:solidFill>
                <a:latin typeface="Franklin Gothic Book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"/>
              <a:defRPr sz="2400">
                <a:solidFill>
                  <a:schemeClr val="tx1"/>
                </a:solidFill>
                <a:latin typeface="Franklin Gothic Book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"/>
              <a:defRPr sz="2000">
                <a:solidFill>
                  <a:schemeClr val="tx1"/>
                </a:solidFill>
                <a:latin typeface="Franklin Gothic Book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itchFamily="18" charset="0"/>
            </a:endParaRPr>
          </a:p>
        </p:txBody>
      </p:sp>
      <p:sp>
        <p:nvSpPr>
          <p:cNvPr id="24581" name="Text Box 5"/>
          <p:cNvSpPr txBox="1">
            <a:spLocks noChangeArrowheads="1"/>
          </p:cNvSpPr>
          <p:nvPr/>
        </p:nvSpPr>
        <p:spPr bwMode="auto">
          <a:xfrm>
            <a:off x="3995738" y="4371975"/>
            <a:ext cx="3529012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ß"/>
              <a:defRPr sz="3200">
                <a:solidFill>
                  <a:schemeClr val="tx1"/>
                </a:solidFill>
                <a:latin typeface="Franklin Gothic Book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Þ"/>
              <a:defRPr sz="2800">
                <a:solidFill>
                  <a:schemeClr val="tx1"/>
                </a:solidFill>
                <a:latin typeface="Franklin Gothic Book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"/>
              <a:defRPr sz="2400">
                <a:solidFill>
                  <a:schemeClr val="tx1"/>
                </a:solidFill>
                <a:latin typeface="Franklin Gothic Book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"/>
              <a:defRPr sz="2000">
                <a:solidFill>
                  <a:schemeClr val="tx1"/>
                </a:solidFill>
                <a:latin typeface="Franklin Gothic Book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>
                <a:latin typeface="Times New Roman" pitchFamily="18" charset="0"/>
              </a:rPr>
              <a:t>基于划分的聚类</a:t>
            </a:r>
          </a:p>
        </p:txBody>
      </p:sp>
    </p:spTree>
  </p:cSld>
  <p:clrMapOvr>
    <a:masterClrMapping/>
  </p:clrMapOvr>
  <p:transition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4"/>
          <p:cNvSpPr>
            <a:spLocks noGrp="1"/>
          </p:cNvSpPr>
          <p:nvPr>
            <p:ph type="ctrTitle" idx="4294967295"/>
          </p:nvPr>
        </p:nvSpPr>
        <p:spPr>
          <a:xfrm>
            <a:off x="685800" y="1776413"/>
            <a:ext cx="7772400" cy="1223962"/>
          </a:xfrm>
        </p:spPr>
        <p:txBody>
          <a:bodyPr/>
          <a:lstStyle/>
          <a:p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如何度量距离</a:t>
            </a:r>
          </a:p>
        </p:txBody>
      </p:sp>
      <p:sp>
        <p:nvSpPr>
          <p:cNvPr id="25603" name="Rectangle 5"/>
          <p:cNvSpPr>
            <a:spLocks noGrp="1"/>
          </p:cNvSpPr>
          <p:nvPr>
            <p:ph type="subTitle" idx="4294967295"/>
          </p:nvPr>
        </p:nvSpPr>
        <p:spPr>
          <a:xfrm>
            <a:off x="1371600" y="3238500"/>
            <a:ext cx="6400800" cy="1460500"/>
          </a:xfrm>
        </p:spPr>
        <p:txBody>
          <a:bodyPr/>
          <a:lstStyle/>
          <a:p>
            <a:pPr marL="0" indent="0" algn="ctr">
              <a:buFont typeface="Wingdings 2" pitchFamily="18" charset="2"/>
              <a:buNone/>
            </a:pPr>
            <a:endParaRPr lang="zh-CN" altLang="en-US">
              <a:ea typeface="宋体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数据的种类</a:t>
            </a:r>
          </a:p>
        </p:txBody>
      </p:sp>
      <p:sp>
        <p:nvSpPr>
          <p:cNvPr id="2662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定距型数据（数值型）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定性型数据（布尔型）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定序型数据（有顺序的离散值型、比如</a:t>
            </a:r>
            <a:br>
              <a:rPr lang="en-US" altLang="zh-CN"/>
            </a:br>
            <a:r>
              <a:rPr lang="zh-CN" altLang="en-US"/>
              <a:t>优、良、中、及格、不及格）</a:t>
            </a:r>
          </a:p>
        </p:txBody>
      </p:sp>
    </p:spTree>
  </p:cSld>
  <p:clrMapOvr>
    <a:masterClrMapping/>
  </p:clrMapOvr>
  <p:transition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129308"/>
            <a:ext cx="8501063" cy="3905250"/>
          </a:xfrm>
        </p:spPr>
        <p:txBody>
          <a:bodyPr/>
          <a:lstStyle/>
          <a:p>
            <a:r>
              <a:rPr lang="zh-CN" altLang="en-US" sz="2800" b="1" dirty="0">
                <a:latin typeface="仿宋_GB2312" pitchFamily="49" charset="-122"/>
                <a:ea typeface="仿宋_GB2312" pitchFamily="49" charset="-122"/>
              </a:rPr>
              <a:t>亲疏远程度的衡量指标</a:t>
            </a:r>
          </a:p>
          <a:p>
            <a:pPr lvl="1"/>
            <a:r>
              <a:rPr lang="zh-CN" altLang="en-US" sz="3200" b="1" dirty="0">
                <a:solidFill>
                  <a:srgbClr val="FF0000"/>
                </a:solidFill>
                <a:latin typeface="仿宋_GB2312" pitchFamily="49" charset="-122"/>
                <a:ea typeface="仿宋_GB2312" pitchFamily="49" charset="-122"/>
              </a:rPr>
              <a:t>距离</a:t>
            </a:r>
            <a:r>
              <a:rPr lang="zh-CN" altLang="en-US" b="1" dirty="0">
                <a:latin typeface="仿宋_GB2312" pitchFamily="49" charset="-122"/>
                <a:ea typeface="仿宋_GB2312" pitchFamily="49" charset="-122"/>
              </a:rPr>
              <a:t>: 数据间差异程度的度量.距离越近,越“亲密”,聚成一类;距离越远,越“疏远”,分别属于不同的类</a:t>
            </a:r>
          </a:p>
          <a:p>
            <a:r>
              <a:rPr lang="zh-CN" altLang="en-US" sz="2800" b="1" dirty="0">
                <a:latin typeface="仿宋_GB2312" pitchFamily="49" charset="-122"/>
                <a:ea typeface="仿宋_GB2312" pitchFamily="49" charset="-122"/>
              </a:rPr>
              <a:t>定距型个体间的距离：</a:t>
            </a:r>
          </a:p>
          <a:p>
            <a:pPr>
              <a:buFont typeface="Wingdings" pitchFamily="2" charset="2"/>
              <a:buNone/>
            </a:pPr>
            <a:r>
              <a:rPr lang="zh-CN" altLang="en-US" sz="2800" b="1" dirty="0">
                <a:latin typeface="仿宋_GB2312" pitchFamily="49" charset="-122"/>
                <a:ea typeface="仿宋_GB2312" pitchFamily="49" charset="-122"/>
              </a:rPr>
              <a:t>    把每个个案数据看成是</a:t>
            </a:r>
            <a:r>
              <a:rPr lang="en-US" altLang="en-US" sz="2800" b="1" dirty="0">
                <a:solidFill>
                  <a:srgbClr val="FF0000"/>
                </a:solidFill>
                <a:latin typeface="仿宋_GB2312" pitchFamily="49" charset="-122"/>
                <a:ea typeface="仿宋_GB2312" pitchFamily="49" charset="-122"/>
              </a:rPr>
              <a:t>n</a:t>
            </a:r>
            <a:r>
              <a:rPr lang="zh-CN" altLang="en-US" sz="2800" b="1" dirty="0">
                <a:solidFill>
                  <a:srgbClr val="FF0000"/>
                </a:solidFill>
                <a:latin typeface="仿宋_GB2312" pitchFamily="49" charset="-122"/>
                <a:ea typeface="仿宋_GB2312" pitchFamily="49" charset="-122"/>
              </a:rPr>
              <a:t>维空间上的点</a:t>
            </a:r>
            <a:r>
              <a:rPr lang="zh-CN" altLang="en-US" sz="2800" b="1" dirty="0">
                <a:latin typeface="仿宋_GB2312" pitchFamily="49" charset="-122"/>
                <a:ea typeface="仿宋_GB2312" pitchFamily="49" charset="-122"/>
              </a:rPr>
              <a:t>,在点和点之间定义某种距离.</a:t>
            </a:r>
          </a:p>
          <a:p>
            <a:pPr lvl="2"/>
            <a:r>
              <a:rPr lang="zh-CN" altLang="en-US" sz="2800" b="1" dirty="0">
                <a:latin typeface="仿宋_GB2312" pitchFamily="49" charset="-122"/>
                <a:ea typeface="仿宋_GB2312" pitchFamily="49" charset="-122"/>
              </a:rPr>
              <a:t>欧氏距离(</a:t>
            </a:r>
            <a:r>
              <a:rPr lang="en-US" altLang="zh-CN" sz="2800" b="1" dirty="0">
                <a:latin typeface="仿宋_GB2312" pitchFamily="49" charset="-122"/>
                <a:ea typeface="仿宋_GB2312" pitchFamily="49" charset="-122"/>
              </a:rPr>
              <a:t>EUCLID)</a:t>
            </a:r>
          </a:p>
          <a:p>
            <a:pPr lvl="2"/>
            <a:r>
              <a:rPr lang="zh-CN" altLang="en-US" sz="2800" b="1" dirty="0">
                <a:latin typeface="仿宋_GB2312" pitchFamily="49" charset="-122"/>
                <a:ea typeface="仿宋_GB2312" pitchFamily="49" charset="-122"/>
              </a:rPr>
              <a:t>平方欧氏距离(</a:t>
            </a:r>
            <a:r>
              <a:rPr lang="zh-CN" altLang="zh-CN" sz="2800" b="1" dirty="0">
                <a:latin typeface="仿宋_GB2312" pitchFamily="49" charset="-122"/>
                <a:ea typeface="仿宋_GB2312" pitchFamily="49" charset="-122"/>
              </a:rPr>
              <a:t>SEUCLID</a:t>
            </a:r>
            <a:r>
              <a:rPr lang="en-US" altLang="zh-CN" sz="2800" b="1" dirty="0">
                <a:latin typeface="仿宋_GB2312" pitchFamily="49" charset="-122"/>
                <a:ea typeface="仿宋_GB2312" pitchFamily="49" charset="-122"/>
              </a:rPr>
              <a:t>)</a:t>
            </a:r>
            <a:endParaRPr lang="zh-CN" altLang="en-US" sz="2800" b="1" dirty="0">
              <a:latin typeface="仿宋_GB2312" pitchFamily="49" charset="-122"/>
              <a:ea typeface="仿宋_GB2312" pitchFamily="49" charset="-122"/>
            </a:endParaRPr>
          </a:p>
        </p:txBody>
      </p:sp>
      <p:graphicFrame>
        <p:nvGraphicFramePr>
          <p:cNvPr id="27651" name="Object 2"/>
          <p:cNvGraphicFramePr>
            <a:graphicFrameLocks noChangeAspect="1"/>
          </p:cNvGraphicFramePr>
          <p:nvPr/>
        </p:nvGraphicFramePr>
        <p:xfrm>
          <a:off x="4787900" y="4392613"/>
          <a:ext cx="4070350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74" name="公式" r:id="rId3" imgW="1955800" imgH="482600" progId="Equation.3">
                  <p:embed/>
                </p:oleObj>
              </mc:Choice>
              <mc:Fallback>
                <p:oleObj name="公式" r:id="rId3" imgW="1955800" imgH="482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4392613"/>
                        <a:ext cx="4070350" cy="835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2" name="Rectangle 9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zh-CN" altLang="en-US" b="1">
                <a:latin typeface="宋体" pitchFamily="2" charset="-122"/>
              </a:rPr>
              <a:t>距离的定义</a:t>
            </a:r>
          </a:p>
        </p:txBody>
      </p:sp>
    </p:spTree>
  </p:cSld>
  <p:clrMapOvr>
    <a:masterClrMapping/>
  </p:clrMapOvr>
  <p:transition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sz="4000" b="1">
                <a:latin typeface="仿宋_GB2312" pitchFamily="49" charset="-122"/>
                <a:ea typeface="仿宋_GB2312" pitchFamily="49" charset="-122"/>
              </a:rPr>
              <a:t>个体间的距离</a:t>
            </a:r>
          </a:p>
        </p:txBody>
      </p:sp>
      <p:sp>
        <p:nvSpPr>
          <p:cNvPr id="28675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>
              <a:ea typeface="宋体" pitchFamily="2" charset="-122"/>
            </a:endParaRPr>
          </a:p>
        </p:txBody>
      </p:sp>
      <p:pic>
        <p:nvPicPr>
          <p:cNvPr id="2867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1358900"/>
            <a:ext cx="4608512" cy="3843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8677" name="Rectangle 6"/>
          <p:cNvSpPr>
            <a:spLocks noChangeArrowheads="1"/>
          </p:cNvSpPr>
          <p:nvPr/>
        </p:nvSpPr>
        <p:spPr bwMode="auto">
          <a:xfrm>
            <a:off x="5076825" y="1298575"/>
            <a:ext cx="3529013" cy="1292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ß"/>
              <a:defRPr sz="3200">
                <a:solidFill>
                  <a:schemeClr val="tx1"/>
                </a:solidFill>
                <a:latin typeface="Franklin Gothic Book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Þ"/>
              <a:defRPr sz="2800">
                <a:solidFill>
                  <a:schemeClr val="tx1"/>
                </a:solidFill>
                <a:latin typeface="Franklin Gothic Book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"/>
              <a:defRPr sz="2400">
                <a:solidFill>
                  <a:schemeClr val="tx1"/>
                </a:solidFill>
                <a:latin typeface="Franklin Gothic Book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"/>
              <a:defRPr sz="2000">
                <a:solidFill>
                  <a:schemeClr val="tx1"/>
                </a:solidFill>
                <a:latin typeface="Franklin Gothic Book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600" b="1">
                <a:latin typeface="Times New Roman" pitchFamily="18" charset="0"/>
              </a:rPr>
              <a:t>把每个个案数据看成是</a:t>
            </a:r>
            <a:r>
              <a:rPr kumimoji="0" lang="en-US" altLang="en-US" sz="2600" b="1">
                <a:solidFill>
                  <a:srgbClr val="FF0000"/>
                </a:solidFill>
                <a:latin typeface="Times New Roman" pitchFamily="18" charset="0"/>
              </a:rPr>
              <a:t>n</a:t>
            </a:r>
            <a:r>
              <a:rPr kumimoji="0" lang="zh-CN" altLang="en-US" sz="2600" b="1">
                <a:solidFill>
                  <a:srgbClr val="FF0000"/>
                </a:solidFill>
                <a:latin typeface="Times New Roman" pitchFamily="18" charset="0"/>
              </a:rPr>
              <a:t>维空间上的点</a:t>
            </a:r>
            <a:r>
              <a:rPr kumimoji="0" lang="zh-CN" altLang="en-US" sz="2600" b="1">
                <a:latin typeface="Times New Roman" pitchFamily="18" charset="0"/>
              </a:rPr>
              <a:t>,在点和点之间定义某种距离</a:t>
            </a:r>
          </a:p>
        </p:txBody>
      </p:sp>
      <p:pic>
        <p:nvPicPr>
          <p:cNvPr id="28678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557463"/>
            <a:ext cx="4321175" cy="2574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lIns="92075" tIns="46038" rIns="92075" bIns="46038"/>
          <a:lstStyle/>
          <a:p>
            <a:pPr eaLnBrk="1" hangingPunct="1">
              <a:defRPr/>
            </a:pPr>
            <a:r>
              <a:rPr lang="en-US" altLang="zh-CN" sz="5400"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</a:rPr>
              <a:t>1. </a:t>
            </a:r>
            <a:r>
              <a:rPr lang="zh-CN" altLang="en-US" sz="5400"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</a:rPr>
              <a:t>欧式（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</a:rPr>
              <a:t>Euclidian</a:t>
            </a:r>
            <a:r>
              <a:rPr lang="en-US" altLang="zh-CN">
                <a:ea typeface="宋体" pitchFamily="2" charset="-122"/>
              </a:rPr>
              <a:t> </a:t>
            </a:r>
            <a:r>
              <a:rPr lang="zh-CN" altLang="en-US" sz="5400"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</a:rPr>
              <a:t>）距离</a:t>
            </a:r>
          </a:p>
        </p:txBody>
      </p:sp>
      <p:graphicFrame>
        <p:nvGraphicFramePr>
          <p:cNvPr id="29699" name="Object 4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1547813" y="1355725"/>
          <a:ext cx="6264275" cy="1352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64" name="公式" r:id="rId3" imgW="2946400" imgH="762000" progId="Equation.3">
                  <p:embed/>
                </p:oleObj>
              </mc:Choice>
              <mc:Fallback>
                <p:oleObj name="公式" r:id="rId3" imgW="2946400" imgH="7620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1355725"/>
                        <a:ext cx="6264275" cy="1352550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700" name="Group 26"/>
          <p:cNvGrpSpPr>
            <a:grpSpLocks/>
          </p:cNvGrpSpPr>
          <p:nvPr/>
        </p:nvGrpSpPr>
        <p:grpSpPr bwMode="auto">
          <a:xfrm>
            <a:off x="323850" y="2317750"/>
            <a:ext cx="6192838" cy="3340100"/>
            <a:chOff x="204" y="1752"/>
            <a:chExt cx="3901" cy="2525"/>
          </a:xfrm>
        </p:grpSpPr>
        <p:sp>
          <p:nvSpPr>
            <p:cNvPr id="29701" name="Line 8"/>
            <p:cNvSpPr>
              <a:spLocks noChangeShapeType="1"/>
            </p:cNvSpPr>
            <p:nvPr/>
          </p:nvSpPr>
          <p:spPr bwMode="auto">
            <a:xfrm>
              <a:off x="582" y="3963"/>
              <a:ext cx="247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02" name="Line 9"/>
            <p:cNvSpPr>
              <a:spLocks noChangeShapeType="1"/>
            </p:cNvSpPr>
            <p:nvPr/>
          </p:nvSpPr>
          <p:spPr bwMode="auto">
            <a:xfrm flipV="1">
              <a:off x="582" y="1914"/>
              <a:ext cx="0" cy="20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03" name="Text Box 10"/>
            <p:cNvSpPr txBox="1">
              <a:spLocks noChangeArrowheads="1"/>
            </p:cNvSpPr>
            <p:nvPr/>
          </p:nvSpPr>
          <p:spPr bwMode="auto">
            <a:xfrm>
              <a:off x="3109" y="3869"/>
              <a:ext cx="428" cy="3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ß"/>
                <a:defRPr sz="3200">
                  <a:solidFill>
                    <a:schemeClr val="tx1"/>
                  </a:solidFill>
                  <a:latin typeface="Franklin Gothic Book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Þ"/>
                <a:defRPr sz="2800">
                  <a:solidFill>
                    <a:schemeClr val="tx1"/>
                  </a:solidFill>
                  <a:latin typeface="Franklin Gothic Book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"/>
                <a:defRPr sz="2400">
                  <a:solidFill>
                    <a:schemeClr val="tx1"/>
                  </a:solidFill>
                  <a:latin typeface="Franklin Gothic Book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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>
                  <a:solidFill>
                    <a:srgbClr val="FF0000"/>
                  </a:solidFill>
                  <a:latin typeface="Times New Roman" pitchFamily="18" charset="0"/>
                  <a:ea typeface="华文细黑" pitchFamily="2" charset="-122"/>
                </a:rPr>
                <a:t>x</a:t>
              </a:r>
              <a:r>
                <a:rPr lang="en-US" altLang="zh-CN" sz="2800" baseline="-25000">
                  <a:solidFill>
                    <a:srgbClr val="FF0000"/>
                  </a:solidFill>
                  <a:latin typeface="Times New Roman" pitchFamily="18" charset="0"/>
                  <a:ea typeface="华文细黑" pitchFamily="2" charset="-122"/>
                </a:rPr>
                <a:t>1</a:t>
              </a:r>
            </a:p>
          </p:txBody>
        </p:sp>
        <p:sp>
          <p:nvSpPr>
            <p:cNvPr id="29704" name="Rectangle 11"/>
            <p:cNvSpPr>
              <a:spLocks noChangeArrowheads="1"/>
            </p:cNvSpPr>
            <p:nvPr/>
          </p:nvSpPr>
          <p:spPr bwMode="auto">
            <a:xfrm>
              <a:off x="249" y="1752"/>
              <a:ext cx="305" cy="3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ß"/>
                <a:defRPr sz="3200">
                  <a:solidFill>
                    <a:schemeClr val="tx1"/>
                  </a:solidFill>
                  <a:latin typeface="Franklin Gothic Book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Þ"/>
                <a:defRPr sz="2800">
                  <a:solidFill>
                    <a:schemeClr val="tx1"/>
                  </a:solidFill>
                  <a:latin typeface="Franklin Gothic Book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"/>
                <a:defRPr sz="2400">
                  <a:solidFill>
                    <a:schemeClr val="tx1"/>
                  </a:solidFill>
                  <a:latin typeface="Franklin Gothic Book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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solidFill>
                    <a:srgbClr val="FF0000"/>
                  </a:solidFill>
                  <a:latin typeface="Times New Roman" pitchFamily="18" charset="0"/>
                  <a:ea typeface="华文细黑" pitchFamily="2" charset="-122"/>
                </a:rPr>
                <a:t>x</a:t>
              </a:r>
              <a:r>
                <a:rPr lang="en-US" altLang="zh-CN" sz="2800" baseline="-25000">
                  <a:solidFill>
                    <a:srgbClr val="FF0000"/>
                  </a:solidFill>
                  <a:latin typeface="Times New Roman" pitchFamily="18" charset="0"/>
                  <a:ea typeface="华文细黑" pitchFamily="2" charset="-122"/>
                </a:rPr>
                <a:t>2</a:t>
              </a:r>
            </a:p>
          </p:txBody>
        </p:sp>
        <p:sp>
          <p:nvSpPr>
            <p:cNvPr id="29705" name="Oval 12"/>
            <p:cNvSpPr>
              <a:spLocks noChangeArrowheads="1"/>
            </p:cNvSpPr>
            <p:nvPr/>
          </p:nvSpPr>
          <p:spPr bwMode="auto">
            <a:xfrm>
              <a:off x="1058" y="2485"/>
              <a:ext cx="48" cy="49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ß"/>
                <a:defRPr sz="3200">
                  <a:solidFill>
                    <a:schemeClr val="tx1"/>
                  </a:solidFill>
                  <a:latin typeface="Franklin Gothic Book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Þ"/>
                <a:defRPr sz="2800">
                  <a:solidFill>
                    <a:schemeClr val="tx1"/>
                  </a:solidFill>
                  <a:latin typeface="Franklin Gothic Book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"/>
                <a:defRPr sz="2400">
                  <a:solidFill>
                    <a:schemeClr val="tx1"/>
                  </a:solidFill>
                  <a:latin typeface="Franklin Gothic Book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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800">
                <a:solidFill>
                  <a:srgbClr val="FF0000"/>
                </a:solidFill>
                <a:latin typeface="Times New Roman" pitchFamily="18" charset="0"/>
                <a:ea typeface="华文细黑" pitchFamily="2" charset="-122"/>
              </a:endParaRPr>
            </a:p>
          </p:txBody>
        </p:sp>
        <p:sp>
          <p:nvSpPr>
            <p:cNvPr id="29706" name="Oval 13"/>
            <p:cNvSpPr>
              <a:spLocks noChangeArrowheads="1"/>
            </p:cNvSpPr>
            <p:nvPr/>
          </p:nvSpPr>
          <p:spPr bwMode="auto">
            <a:xfrm>
              <a:off x="2107" y="3391"/>
              <a:ext cx="48" cy="49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ß"/>
                <a:defRPr sz="3200">
                  <a:solidFill>
                    <a:schemeClr val="tx1"/>
                  </a:solidFill>
                  <a:latin typeface="Franklin Gothic Book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Þ"/>
                <a:defRPr sz="2800">
                  <a:solidFill>
                    <a:schemeClr val="tx1"/>
                  </a:solidFill>
                  <a:latin typeface="Franklin Gothic Book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"/>
                <a:defRPr sz="2400">
                  <a:solidFill>
                    <a:schemeClr val="tx1"/>
                  </a:solidFill>
                  <a:latin typeface="Franklin Gothic Book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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800">
                <a:solidFill>
                  <a:srgbClr val="FF0000"/>
                </a:solidFill>
                <a:latin typeface="Times New Roman" pitchFamily="18" charset="0"/>
                <a:ea typeface="华文细黑" pitchFamily="2" charset="-122"/>
              </a:endParaRPr>
            </a:p>
          </p:txBody>
        </p:sp>
        <p:sp>
          <p:nvSpPr>
            <p:cNvPr id="29707" name="Text Box 14"/>
            <p:cNvSpPr txBox="1">
              <a:spLocks noChangeArrowheads="1"/>
            </p:cNvSpPr>
            <p:nvPr/>
          </p:nvSpPr>
          <p:spPr bwMode="auto">
            <a:xfrm>
              <a:off x="915" y="2200"/>
              <a:ext cx="382" cy="3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ß"/>
                <a:defRPr sz="3200">
                  <a:solidFill>
                    <a:schemeClr val="tx1"/>
                  </a:solidFill>
                  <a:latin typeface="Franklin Gothic Book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Þ"/>
                <a:defRPr sz="2800">
                  <a:solidFill>
                    <a:schemeClr val="tx1"/>
                  </a:solidFill>
                  <a:latin typeface="Franklin Gothic Book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"/>
                <a:defRPr sz="2400">
                  <a:solidFill>
                    <a:schemeClr val="tx1"/>
                  </a:solidFill>
                  <a:latin typeface="Franklin Gothic Book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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>
                  <a:solidFill>
                    <a:srgbClr val="FF0000"/>
                  </a:solidFill>
                  <a:latin typeface="Times New Roman" pitchFamily="18" charset="0"/>
                  <a:ea typeface="华文细黑" pitchFamily="2" charset="-122"/>
                </a:rPr>
                <a:t>①</a:t>
              </a:r>
            </a:p>
          </p:txBody>
        </p:sp>
        <p:sp>
          <p:nvSpPr>
            <p:cNvPr id="29708" name="Text Box 15"/>
            <p:cNvSpPr txBox="1">
              <a:spLocks noChangeArrowheads="1"/>
            </p:cNvSpPr>
            <p:nvPr/>
          </p:nvSpPr>
          <p:spPr bwMode="auto">
            <a:xfrm>
              <a:off x="2137" y="3339"/>
              <a:ext cx="335" cy="3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ß"/>
                <a:defRPr sz="3200">
                  <a:solidFill>
                    <a:schemeClr val="tx1"/>
                  </a:solidFill>
                  <a:latin typeface="Franklin Gothic Book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Þ"/>
                <a:defRPr sz="2800">
                  <a:solidFill>
                    <a:schemeClr val="tx1"/>
                  </a:solidFill>
                  <a:latin typeface="Franklin Gothic Book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"/>
                <a:defRPr sz="2400">
                  <a:solidFill>
                    <a:schemeClr val="tx1"/>
                  </a:solidFill>
                  <a:latin typeface="Franklin Gothic Book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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>
                  <a:solidFill>
                    <a:srgbClr val="FF0000"/>
                  </a:solidFill>
                  <a:latin typeface="Times New Roman" pitchFamily="18" charset="0"/>
                  <a:ea typeface="华文细黑" pitchFamily="2" charset="-122"/>
                </a:rPr>
                <a:t>②</a:t>
              </a:r>
            </a:p>
          </p:txBody>
        </p:sp>
        <p:sp>
          <p:nvSpPr>
            <p:cNvPr id="29709" name="Line 16"/>
            <p:cNvSpPr>
              <a:spLocks noChangeShapeType="1"/>
            </p:cNvSpPr>
            <p:nvPr/>
          </p:nvSpPr>
          <p:spPr bwMode="auto">
            <a:xfrm>
              <a:off x="1058" y="2485"/>
              <a:ext cx="1096" cy="95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0" name="Line 17"/>
            <p:cNvSpPr>
              <a:spLocks noChangeShapeType="1"/>
            </p:cNvSpPr>
            <p:nvPr/>
          </p:nvSpPr>
          <p:spPr bwMode="auto">
            <a:xfrm>
              <a:off x="1058" y="2485"/>
              <a:ext cx="0" cy="14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1" name="Line 18"/>
            <p:cNvSpPr>
              <a:spLocks noChangeShapeType="1"/>
            </p:cNvSpPr>
            <p:nvPr/>
          </p:nvSpPr>
          <p:spPr bwMode="auto">
            <a:xfrm>
              <a:off x="2154" y="3440"/>
              <a:ext cx="0" cy="5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2" name="Line 19"/>
            <p:cNvSpPr>
              <a:spLocks noChangeShapeType="1"/>
            </p:cNvSpPr>
            <p:nvPr/>
          </p:nvSpPr>
          <p:spPr bwMode="auto">
            <a:xfrm flipH="1">
              <a:off x="582" y="2485"/>
              <a:ext cx="4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3" name="Line 20"/>
            <p:cNvSpPr>
              <a:spLocks noChangeShapeType="1"/>
            </p:cNvSpPr>
            <p:nvPr/>
          </p:nvSpPr>
          <p:spPr bwMode="auto">
            <a:xfrm flipH="1">
              <a:off x="582" y="3440"/>
              <a:ext cx="15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4" name="Text Box 21"/>
            <p:cNvSpPr txBox="1">
              <a:spLocks noChangeArrowheads="1"/>
            </p:cNvSpPr>
            <p:nvPr/>
          </p:nvSpPr>
          <p:spPr bwMode="auto">
            <a:xfrm>
              <a:off x="204" y="2295"/>
              <a:ext cx="477" cy="3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ß"/>
                <a:defRPr sz="3200">
                  <a:solidFill>
                    <a:schemeClr val="tx1"/>
                  </a:solidFill>
                  <a:latin typeface="Franklin Gothic Book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Þ"/>
                <a:defRPr sz="2800">
                  <a:solidFill>
                    <a:schemeClr val="tx1"/>
                  </a:solidFill>
                  <a:latin typeface="Franklin Gothic Book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"/>
                <a:defRPr sz="2400">
                  <a:solidFill>
                    <a:schemeClr val="tx1"/>
                  </a:solidFill>
                  <a:latin typeface="Franklin Gothic Book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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>
                  <a:solidFill>
                    <a:srgbClr val="FF0000"/>
                  </a:solidFill>
                  <a:latin typeface="Times New Roman" pitchFamily="18" charset="0"/>
                  <a:ea typeface="华文细黑" pitchFamily="2" charset="-122"/>
                </a:rPr>
                <a:t>x</a:t>
              </a:r>
              <a:r>
                <a:rPr lang="en-US" altLang="zh-CN" sz="2800" baseline="-25000">
                  <a:solidFill>
                    <a:srgbClr val="FF0000"/>
                  </a:solidFill>
                  <a:latin typeface="Times New Roman" pitchFamily="18" charset="0"/>
                  <a:ea typeface="华文细黑" pitchFamily="2" charset="-122"/>
                </a:rPr>
                <a:t>12</a:t>
              </a:r>
              <a:endParaRPr lang="en-US" altLang="zh-CN" sz="2800">
                <a:solidFill>
                  <a:srgbClr val="FF0000"/>
                </a:solidFill>
                <a:latin typeface="Times New Roman" pitchFamily="18" charset="0"/>
                <a:ea typeface="华文细黑" pitchFamily="2" charset="-122"/>
              </a:endParaRPr>
            </a:p>
          </p:txBody>
        </p:sp>
        <p:sp>
          <p:nvSpPr>
            <p:cNvPr id="29715" name="Text Box 22"/>
            <p:cNvSpPr txBox="1">
              <a:spLocks noChangeArrowheads="1"/>
            </p:cNvSpPr>
            <p:nvPr/>
          </p:nvSpPr>
          <p:spPr bwMode="auto">
            <a:xfrm>
              <a:off x="204" y="3248"/>
              <a:ext cx="477" cy="3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ß"/>
                <a:defRPr sz="3200">
                  <a:solidFill>
                    <a:schemeClr val="tx1"/>
                  </a:solidFill>
                  <a:latin typeface="Franklin Gothic Book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Þ"/>
                <a:defRPr sz="2800">
                  <a:solidFill>
                    <a:schemeClr val="tx1"/>
                  </a:solidFill>
                  <a:latin typeface="Franklin Gothic Book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"/>
                <a:defRPr sz="2400">
                  <a:solidFill>
                    <a:schemeClr val="tx1"/>
                  </a:solidFill>
                  <a:latin typeface="Franklin Gothic Book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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>
                  <a:solidFill>
                    <a:srgbClr val="FF0000"/>
                  </a:solidFill>
                  <a:latin typeface="Times New Roman" pitchFamily="18" charset="0"/>
                  <a:ea typeface="华文细黑" pitchFamily="2" charset="-122"/>
                </a:rPr>
                <a:t>x</a:t>
              </a:r>
              <a:r>
                <a:rPr lang="en-US" altLang="zh-CN" sz="2800" baseline="-25000">
                  <a:solidFill>
                    <a:srgbClr val="FF0000"/>
                  </a:solidFill>
                  <a:latin typeface="Times New Roman" pitchFamily="18" charset="0"/>
                  <a:ea typeface="华文细黑" pitchFamily="2" charset="-122"/>
                </a:rPr>
                <a:t>22</a:t>
              </a:r>
              <a:endParaRPr lang="en-US" altLang="zh-CN" sz="2800">
                <a:solidFill>
                  <a:srgbClr val="FF0000"/>
                </a:solidFill>
                <a:latin typeface="Times New Roman" pitchFamily="18" charset="0"/>
                <a:ea typeface="华文细黑" pitchFamily="2" charset="-122"/>
              </a:endParaRPr>
            </a:p>
          </p:txBody>
        </p:sp>
        <p:sp>
          <p:nvSpPr>
            <p:cNvPr id="29716" name="Text Box 23"/>
            <p:cNvSpPr txBox="1">
              <a:spLocks noChangeArrowheads="1"/>
            </p:cNvSpPr>
            <p:nvPr/>
          </p:nvSpPr>
          <p:spPr bwMode="auto">
            <a:xfrm>
              <a:off x="819" y="3881"/>
              <a:ext cx="478" cy="3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ß"/>
                <a:defRPr sz="3200">
                  <a:solidFill>
                    <a:schemeClr val="tx1"/>
                  </a:solidFill>
                  <a:latin typeface="Franklin Gothic Book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Þ"/>
                <a:defRPr sz="2800">
                  <a:solidFill>
                    <a:schemeClr val="tx1"/>
                  </a:solidFill>
                  <a:latin typeface="Franklin Gothic Book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"/>
                <a:defRPr sz="2400">
                  <a:solidFill>
                    <a:schemeClr val="tx1"/>
                  </a:solidFill>
                  <a:latin typeface="Franklin Gothic Book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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>
                  <a:solidFill>
                    <a:srgbClr val="FF0000"/>
                  </a:solidFill>
                  <a:latin typeface="Times New Roman" pitchFamily="18" charset="0"/>
                  <a:ea typeface="华文细黑" pitchFamily="2" charset="-122"/>
                </a:rPr>
                <a:t>x</a:t>
              </a:r>
              <a:r>
                <a:rPr lang="en-US" altLang="zh-CN" sz="2800" baseline="-25000">
                  <a:solidFill>
                    <a:srgbClr val="FF0000"/>
                  </a:solidFill>
                  <a:latin typeface="Times New Roman" pitchFamily="18" charset="0"/>
                  <a:ea typeface="华文细黑" pitchFamily="2" charset="-122"/>
                </a:rPr>
                <a:t>11</a:t>
              </a:r>
              <a:endParaRPr lang="en-US" altLang="zh-CN" sz="2800">
                <a:solidFill>
                  <a:srgbClr val="FF0000"/>
                </a:solidFill>
                <a:latin typeface="Times New Roman" pitchFamily="18" charset="0"/>
                <a:ea typeface="华文细黑" pitchFamily="2" charset="-122"/>
              </a:endParaRPr>
            </a:p>
          </p:txBody>
        </p:sp>
        <p:sp>
          <p:nvSpPr>
            <p:cNvPr id="29717" name="Text Box 24"/>
            <p:cNvSpPr txBox="1">
              <a:spLocks noChangeArrowheads="1"/>
            </p:cNvSpPr>
            <p:nvPr/>
          </p:nvSpPr>
          <p:spPr bwMode="auto">
            <a:xfrm>
              <a:off x="2011" y="3881"/>
              <a:ext cx="478" cy="3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ß"/>
                <a:defRPr sz="3200">
                  <a:solidFill>
                    <a:schemeClr val="tx1"/>
                  </a:solidFill>
                  <a:latin typeface="Franklin Gothic Book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Þ"/>
                <a:defRPr sz="2800">
                  <a:solidFill>
                    <a:schemeClr val="tx1"/>
                  </a:solidFill>
                  <a:latin typeface="Franklin Gothic Book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"/>
                <a:defRPr sz="2400">
                  <a:solidFill>
                    <a:schemeClr val="tx1"/>
                  </a:solidFill>
                  <a:latin typeface="Franklin Gothic Book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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>
                  <a:solidFill>
                    <a:srgbClr val="FF0000"/>
                  </a:solidFill>
                  <a:latin typeface="Times New Roman" pitchFamily="18" charset="0"/>
                  <a:ea typeface="华文细黑" pitchFamily="2" charset="-122"/>
                </a:rPr>
                <a:t>x</a:t>
              </a:r>
              <a:r>
                <a:rPr lang="en-US" altLang="zh-CN" sz="2800" baseline="-25000">
                  <a:solidFill>
                    <a:srgbClr val="FF0000"/>
                  </a:solidFill>
                  <a:latin typeface="Times New Roman" pitchFamily="18" charset="0"/>
                  <a:ea typeface="华文细黑" pitchFamily="2" charset="-122"/>
                </a:rPr>
                <a:t>21</a:t>
              </a:r>
              <a:endParaRPr lang="en-US" altLang="zh-CN" sz="2800">
                <a:solidFill>
                  <a:srgbClr val="FF0000"/>
                </a:solidFill>
                <a:latin typeface="Times New Roman" pitchFamily="18" charset="0"/>
                <a:ea typeface="华文细黑" pitchFamily="2" charset="-122"/>
              </a:endParaRPr>
            </a:p>
          </p:txBody>
        </p:sp>
        <p:sp>
          <p:nvSpPr>
            <p:cNvPr id="29718" name="Text Box 26"/>
            <p:cNvSpPr txBox="1">
              <a:spLocks noChangeArrowheads="1"/>
            </p:cNvSpPr>
            <p:nvPr/>
          </p:nvSpPr>
          <p:spPr bwMode="auto">
            <a:xfrm>
              <a:off x="1249" y="3391"/>
              <a:ext cx="1001" cy="3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ß"/>
                <a:defRPr sz="3200">
                  <a:solidFill>
                    <a:schemeClr val="tx1"/>
                  </a:solidFill>
                  <a:latin typeface="Franklin Gothic Book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Þ"/>
                <a:defRPr sz="2800">
                  <a:solidFill>
                    <a:schemeClr val="tx1"/>
                  </a:solidFill>
                  <a:latin typeface="Franklin Gothic Book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"/>
                <a:defRPr sz="2400">
                  <a:solidFill>
                    <a:schemeClr val="tx1"/>
                  </a:solidFill>
                  <a:latin typeface="Franklin Gothic Book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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>
                  <a:solidFill>
                    <a:srgbClr val="FF0000"/>
                  </a:solidFill>
                  <a:latin typeface="Times New Roman" pitchFamily="18" charset="0"/>
                  <a:ea typeface="华文细黑" pitchFamily="2" charset="-122"/>
                </a:rPr>
                <a:t>x</a:t>
              </a:r>
              <a:r>
                <a:rPr lang="en-US" altLang="zh-CN" sz="2800" baseline="-25000">
                  <a:solidFill>
                    <a:srgbClr val="FF0000"/>
                  </a:solidFill>
                  <a:latin typeface="Times New Roman" pitchFamily="18" charset="0"/>
                  <a:ea typeface="华文细黑" pitchFamily="2" charset="-122"/>
                </a:rPr>
                <a:t>21</a:t>
              </a:r>
              <a:r>
                <a:rPr lang="en-US" altLang="zh-CN" sz="2800">
                  <a:solidFill>
                    <a:srgbClr val="FF0000"/>
                  </a:solidFill>
                  <a:latin typeface="Times New Roman" pitchFamily="18" charset="0"/>
                  <a:ea typeface="华文细黑" pitchFamily="2" charset="-122"/>
                </a:rPr>
                <a:t>- x</a:t>
              </a:r>
              <a:r>
                <a:rPr lang="en-US" altLang="zh-CN" sz="2800" baseline="-25000">
                  <a:solidFill>
                    <a:srgbClr val="FF0000"/>
                  </a:solidFill>
                  <a:latin typeface="Times New Roman" pitchFamily="18" charset="0"/>
                  <a:ea typeface="华文细黑" pitchFamily="2" charset="-122"/>
                </a:rPr>
                <a:t>11</a:t>
              </a:r>
            </a:p>
          </p:txBody>
        </p:sp>
        <p:sp>
          <p:nvSpPr>
            <p:cNvPr id="29719" name="Text Box 27"/>
            <p:cNvSpPr txBox="1">
              <a:spLocks noChangeArrowheads="1"/>
            </p:cNvSpPr>
            <p:nvPr/>
          </p:nvSpPr>
          <p:spPr bwMode="auto">
            <a:xfrm rot="-5400000">
              <a:off x="387" y="2678"/>
              <a:ext cx="1001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ß"/>
                <a:defRPr sz="3200">
                  <a:solidFill>
                    <a:schemeClr val="tx1"/>
                  </a:solidFill>
                  <a:latin typeface="Franklin Gothic Book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Þ"/>
                <a:defRPr sz="2800">
                  <a:solidFill>
                    <a:schemeClr val="tx1"/>
                  </a:solidFill>
                  <a:latin typeface="Franklin Gothic Book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"/>
                <a:defRPr sz="2400">
                  <a:solidFill>
                    <a:schemeClr val="tx1"/>
                  </a:solidFill>
                  <a:latin typeface="Franklin Gothic Book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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>
                  <a:solidFill>
                    <a:srgbClr val="FF0000"/>
                  </a:solidFill>
                  <a:latin typeface="Times New Roman" pitchFamily="18" charset="0"/>
                  <a:ea typeface="华文细黑" pitchFamily="2" charset="-122"/>
                </a:rPr>
                <a:t>x</a:t>
              </a:r>
              <a:r>
                <a:rPr lang="en-US" altLang="zh-CN" sz="2800" baseline="-25000">
                  <a:solidFill>
                    <a:srgbClr val="FF0000"/>
                  </a:solidFill>
                  <a:latin typeface="Times New Roman" pitchFamily="18" charset="0"/>
                  <a:ea typeface="华文细黑" pitchFamily="2" charset="-122"/>
                </a:rPr>
                <a:t>22</a:t>
              </a:r>
              <a:r>
                <a:rPr lang="en-US" altLang="zh-CN" sz="2800">
                  <a:solidFill>
                    <a:srgbClr val="FF0000"/>
                  </a:solidFill>
                  <a:latin typeface="Times New Roman" pitchFamily="18" charset="0"/>
                  <a:ea typeface="华文细黑" pitchFamily="2" charset="-122"/>
                </a:rPr>
                <a:t>- x</a:t>
              </a:r>
              <a:r>
                <a:rPr lang="en-US" altLang="zh-CN" sz="2800" baseline="-25000">
                  <a:solidFill>
                    <a:srgbClr val="FF0000"/>
                  </a:solidFill>
                  <a:latin typeface="Times New Roman" pitchFamily="18" charset="0"/>
                  <a:ea typeface="华文细黑" pitchFamily="2" charset="-122"/>
                </a:rPr>
                <a:t>12</a:t>
              </a:r>
            </a:p>
          </p:txBody>
        </p:sp>
        <p:graphicFrame>
          <p:nvGraphicFramePr>
            <p:cNvPr id="29720" name="Object 32"/>
            <p:cNvGraphicFramePr>
              <a:graphicFrameLocks noChangeAspect="1"/>
            </p:cNvGraphicFramePr>
            <p:nvPr/>
          </p:nvGraphicFramePr>
          <p:xfrm>
            <a:off x="1583" y="2438"/>
            <a:ext cx="2522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765" name="公式" r:id="rId5" imgW="1943100" imgH="279400" progId="Equation.3">
                    <p:embed/>
                  </p:oleObj>
                </mc:Choice>
                <mc:Fallback>
                  <p:oleObj name="公式" r:id="rId5" imgW="1943100" imgH="279400" progId="Equation.3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83" y="2438"/>
                          <a:ext cx="2522" cy="363"/>
                        </a:xfrm>
                        <a:prstGeom prst="rect">
                          <a:avLst/>
                        </a:prstGeom>
                        <a:solidFill>
                          <a:srgbClr val="FFFF66"/>
                        </a:solidFill>
                        <a:ln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21" name="Line 34"/>
            <p:cNvSpPr>
              <a:spLocks noChangeShapeType="1"/>
            </p:cNvSpPr>
            <p:nvPr/>
          </p:nvSpPr>
          <p:spPr bwMode="auto">
            <a:xfrm flipH="1">
              <a:off x="1392" y="2628"/>
              <a:ext cx="143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04800" y="374650"/>
            <a:ext cx="8534400" cy="682625"/>
          </a:xfrm>
        </p:spPr>
        <p:txBody>
          <a:bodyPr/>
          <a:lstStyle/>
          <a:p>
            <a:pPr eaLnBrk="1" hangingPunct="1"/>
            <a:r>
              <a:rPr lang="zh-CN" altLang="en-US"/>
              <a:t>距离公式</a:t>
            </a:r>
            <a:endParaRPr lang="en-US" altLang="zh-CN" sz="4400"/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304800" y="1223963"/>
            <a:ext cx="8534400" cy="4046537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altLang="zh-CN" dirty="0">
                <a:ea typeface="微软雅黑" pitchFamily="34" charset="-122"/>
              </a:rPr>
              <a:t>If </a:t>
            </a:r>
            <a:r>
              <a:rPr lang="en-US" altLang="zh-CN" i="1" dirty="0">
                <a:ea typeface="微软雅黑" pitchFamily="34" charset="-122"/>
              </a:rPr>
              <a:t>q</a:t>
            </a:r>
            <a:r>
              <a:rPr lang="en-US" altLang="zh-CN" dirty="0">
                <a:ea typeface="微软雅黑" pitchFamily="34" charset="-122"/>
              </a:rPr>
              <a:t> = </a:t>
            </a:r>
            <a:r>
              <a:rPr lang="en-US" altLang="zh-CN" i="1" dirty="0">
                <a:ea typeface="微软雅黑" pitchFamily="34" charset="-122"/>
              </a:rPr>
              <a:t>1</a:t>
            </a:r>
            <a:r>
              <a:rPr lang="en-US" altLang="zh-CN" dirty="0">
                <a:ea typeface="微软雅黑" pitchFamily="34" charset="-122"/>
              </a:rPr>
              <a:t>, </a:t>
            </a:r>
            <a:r>
              <a:rPr lang="en-US" altLang="zh-CN" i="1" dirty="0">
                <a:ea typeface="微软雅黑" pitchFamily="34" charset="-122"/>
              </a:rPr>
              <a:t>d</a:t>
            </a:r>
            <a:r>
              <a:rPr lang="en-US" altLang="zh-CN" dirty="0">
                <a:ea typeface="微软雅黑" pitchFamily="34" charset="-122"/>
              </a:rPr>
              <a:t> is </a:t>
            </a:r>
            <a:r>
              <a:rPr lang="zh-CN" altLang="en-US" dirty="0">
                <a:ea typeface="微软雅黑" pitchFamily="34" charset="-122"/>
              </a:rPr>
              <a:t>曼哈顿距离</a:t>
            </a:r>
            <a:r>
              <a:rPr lang="en-US" altLang="zh-CN" dirty="0">
                <a:solidFill>
                  <a:schemeClr val="folHlink"/>
                </a:solidFill>
                <a:ea typeface="微软雅黑" pitchFamily="34" charset="-122"/>
              </a:rPr>
              <a:t>Manhattan distance, L</a:t>
            </a:r>
            <a:r>
              <a:rPr lang="en-US" altLang="zh-CN" baseline="-25000" dirty="0">
                <a:solidFill>
                  <a:schemeClr val="folHlink"/>
                </a:solidFill>
                <a:ea typeface="微软雅黑" pitchFamily="34" charset="-122"/>
              </a:rPr>
              <a:t>1</a:t>
            </a:r>
            <a:endParaRPr lang="zh-CN" altLang="en-US" baseline="-25000" dirty="0">
              <a:solidFill>
                <a:schemeClr val="folHlink"/>
              </a:solidFill>
              <a:ea typeface="微软雅黑" pitchFamily="34" charset="-122"/>
            </a:endParaRPr>
          </a:p>
          <a:p>
            <a:pPr eaLnBrk="1" hangingPunct="1">
              <a:lnSpc>
                <a:spcPct val="110000"/>
              </a:lnSpc>
            </a:pPr>
            <a:endParaRPr lang="en-US" altLang="zh-CN" i="1" dirty="0">
              <a:ea typeface="微软雅黑" pitchFamily="34" charset="-122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i="1" dirty="0">
                <a:ea typeface="微软雅黑" pitchFamily="34" charset="-122"/>
              </a:rPr>
              <a:t>If q</a:t>
            </a:r>
            <a:r>
              <a:rPr lang="en-US" altLang="zh-CN" dirty="0">
                <a:ea typeface="微软雅黑" pitchFamily="34" charset="-122"/>
              </a:rPr>
              <a:t> = </a:t>
            </a:r>
            <a:r>
              <a:rPr lang="en-US" altLang="zh-CN" i="1" dirty="0">
                <a:ea typeface="微软雅黑" pitchFamily="34" charset="-122"/>
              </a:rPr>
              <a:t>2</a:t>
            </a:r>
            <a:r>
              <a:rPr lang="en-US" altLang="zh-CN" dirty="0">
                <a:ea typeface="微软雅黑" pitchFamily="34" charset="-122"/>
              </a:rPr>
              <a:t>,</a:t>
            </a:r>
            <a:r>
              <a:rPr lang="en-US" altLang="zh-CN" i="1" dirty="0">
                <a:ea typeface="微软雅黑" pitchFamily="34" charset="-122"/>
              </a:rPr>
              <a:t> d </a:t>
            </a:r>
            <a:r>
              <a:rPr lang="en-US" altLang="zh-CN" dirty="0">
                <a:ea typeface="微软雅黑" pitchFamily="34" charset="-122"/>
              </a:rPr>
              <a:t>is </a:t>
            </a:r>
            <a:r>
              <a:rPr lang="zh-CN" altLang="en-US" dirty="0">
                <a:ea typeface="微软雅黑" pitchFamily="34" charset="-122"/>
              </a:rPr>
              <a:t>欧式距离</a:t>
            </a:r>
            <a:r>
              <a:rPr lang="en-US" altLang="zh-CN" dirty="0">
                <a:solidFill>
                  <a:schemeClr val="folHlink"/>
                </a:solidFill>
                <a:ea typeface="微软雅黑" pitchFamily="34" charset="-122"/>
              </a:rPr>
              <a:t>Euclidean distance</a:t>
            </a:r>
            <a:r>
              <a:rPr lang="en-US" altLang="zh-CN" dirty="0">
                <a:ea typeface="微软雅黑" pitchFamily="34" charset="-122"/>
              </a:rPr>
              <a:t>: L</a:t>
            </a:r>
            <a:r>
              <a:rPr lang="en-US" altLang="zh-CN" baseline="-25000" dirty="0">
                <a:ea typeface="微软雅黑" pitchFamily="34" charset="-122"/>
              </a:rPr>
              <a:t>2</a:t>
            </a:r>
          </a:p>
          <a:p>
            <a:pPr marL="457200" lvl="1" indent="0" eaLnBrk="1" hangingPunct="1">
              <a:lnSpc>
                <a:spcPct val="110000"/>
              </a:lnSpc>
              <a:spcBef>
                <a:spcPts val="1800"/>
              </a:spcBef>
            </a:pPr>
            <a:endParaRPr lang="en-US" altLang="zh-CN" dirty="0">
              <a:ea typeface="微软雅黑" pitchFamily="34" charset="-122"/>
            </a:endParaRPr>
          </a:p>
          <a:p>
            <a:pPr marL="457200" lvl="1" indent="0" eaLnBrk="1" hangingPunct="1">
              <a:lnSpc>
                <a:spcPct val="110000"/>
              </a:lnSpc>
              <a:spcBef>
                <a:spcPts val="1800"/>
              </a:spcBef>
            </a:pPr>
            <a:r>
              <a:rPr lang="zh-CN" altLang="en-US" dirty="0">
                <a:ea typeface="微软雅黑" pitchFamily="34" charset="-122"/>
              </a:rPr>
              <a:t>性质：</a:t>
            </a:r>
            <a:endParaRPr lang="en-US" altLang="zh-CN" dirty="0">
              <a:ea typeface="微软雅黑" pitchFamily="34" charset="-122"/>
            </a:endParaRPr>
          </a:p>
          <a:p>
            <a:pPr lvl="2" eaLnBrk="1" hangingPunct="1">
              <a:lnSpc>
                <a:spcPct val="110000"/>
              </a:lnSpc>
            </a:pPr>
            <a:r>
              <a:rPr lang="en-US" altLang="zh-CN" sz="2400" i="1" dirty="0">
                <a:ea typeface="微软雅黑" pitchFamily="34" charset="-122"/>
              </a:rPr>
              <a:t>d(o</a:t>
            </a:r>
            <a:r>
              <a:rPr lang="en-US" altLang="zh-CN" sz="2400" i="1" baseline="-25000" dirty="0">
                <a:ea typeface="微软雅黑" pitchFamily="34" charset="-122"/>
              </a:rPr>
              <a:t>i</a:t>
            </a:r>
            <a:r>
              <a:rPr lang="en-US" altLang="zh-CN" sz="2400" i="1" dirty="0">
                <a:ea typeface="微软雅黑" pitchFamily="34" charset="-122"/>
              </a:rPr>
              <a:t>,o</a:t>
            </a:r>
            <a:r>
              <a:rPr lang="en-US" altLang="zh-CN" sz="2400" i="1" baseline="-25000" dirty="0">
                <a:ea typeface="微软雅黑" pitchFamily="34" charset="-122"/>
              </a:rPr>
              <a:t>j</a:t>
            </a:r>
            <a:r>
              <a:rPr lang="en-US" altLang="zh-CN" sz="2400" i="1" dirty="0">
                <a:ea typeface="微软雅黑" pitchFamily="34" charset="-122"/>
              </a:rPr>
              <a:t>)</a:t>
            </a:r>
            <a:r>
              <a:rPr lang="en-US" altLang="zh-CN" sz="2400" dirty="0">
                <a:ea typeface="微软雅黑" pitchFamily="34" charset="-122"/>
              </a:rPr>
              <a:t> </a:t>
            </a:r>
            <a:r>
              <a:rPr lang="en-US" altLang="zh-CN" sz="2400" dirty="0">
                <a:ea typeface="微软雅黑" pitchFamily="34" charset="-122"/>
                <a:sym typeface="Symbol" pitchFamily="18" charset="2"/>
              </a:rPr>
              <a:t> 0				</a:t>
            </a:r>
            <a:r>
              <a:rPr lang="en-US" altLang="zh-CN" sz="2400" i="1" dirty="0">
                <a:ea typeface="微软雅黑" pitchFamily="34" charset="-122"/>
              </a:rPr>
              <a:t>d(o</a:t>
            </a:r>
            <a:r>
              <a:rPr lang="en-US" altLang="zh-CN" sz="2400" i="1" baseline="-25000" dirty="0">
                <a:ea typeface="微软雅黑" pitchFamily="34" charset="-122"/>
              </a:rPr>
              <a:t>i</a:t>
            </a:r>
            <a:r>
              <a:rPr lang="en-US" altLang="zh-CN" sz="2400" i="1" dirty="0">
                <a:ea typeface="微软雅黑" pitchFamily="34" charset="-122"/>
              </a:rPr>
              <a:t>, o</a:t>
            </a:r>
            <a:r>
              <a:rPr lang="en-US" altLang="zh-CN" sz="2400" i="1" baseline="-25000" dirty="0">
                <a:ea typeface="微软雅黑" pitchFamily="34" charset="-122"/>
              </a:rPr>
              <a:t>i</a:t>
            </a:r>
            <a:r>
              <a:rPr lang="en-US" altLang="zh-CN" sz="2400" i="1" dirty="0">
                <a:ea typeface="微软雅黑" pitchFamily="34" charset="-122"/>
              </a:rPr>
              <a:t>)</a:t>
            </a:r>
            <a:r>
              <a:rPr lang="en-US" altLang="zh-CN" sz="2400" dirty="0">
                <a:ea typeface="微软雅黑" pitchFamily="34" charset="-122"/>
              </a:rPr>
              <a:t> </a:t>
            </a:r>
            <a:r>
              <a:rPr lang="en-US" altLang="zh-CN" sz="2400" dirty="0">
                <a:ea typeface="微软雅黑" pitchFamily="34" charset="-122"/>
                <a:sym typeface="Symbol" pitchFamily="18" charset="2"/>
              </a:rPr>
              <a:t>= 0</a:t>
            </a:r>
            <a:endParaRPr lang="en-US" altLang="zh-CN" sz="2400" dirty="0">
              <a:ea typeface="微软雅黑" pitchFamily="34" charset="-122"/>
            </a:endParaRPr>
          </a:p>
          <a:p>
            <a:pPr lvl="2" eaLnBrk="1" hangingPunct="1">
              <a:lnSpc>
                <a:spcPct val="110000"/>
              </a:lnSpc>
            </a:pPr>
            <a:r>
              <a:rPr lang="en-US" altLang="zh-CN" sz="2400" i="1" dirty="0">
                <a:ea typeface="微软雅黑" pitchFamily="34" charset="-122"/>
              </a:rPr>
              <a:t>d(o</a:t>
            </a:r>
            <a:r>
              <a:rPr lang="en-US" altLang="zh-CN" sz="2400" i="1" baseline="-25000" dirty="0">
                <a:ea typeface="微软雅黑" pitchFamily="34" charset="-122"/>
              </a:rPr>
              <a:t>i</a:t>
            </a:r>
            <a:r>
              <a:rPr lang="en-US" altLang="zh-CN" sz="2400" i="1" dirty="0">
                <a:ea typeface="微软雅黑" pitchFamily="34" charset="-122"/>
              </a:rPr>
              <a:t>,o</a:t>
            </a:r>
            <a:r>
              <a:rPr lang="en-US" altLang="zh-CN" sz="2400" i="1" baseline="-25000" dirty="0">
                <a:ea typeface="微软雅黑" pitchFamily="34" charset="-122"/>
              </a:rPr>
              <a:t>j</a:t>
            </a:r>
            <a:r>
              <a:rPr lang="en-US" altLang="zh-CN" sz="2400" i="1" dirty="0">
                <a:ea typeface="微软雅黑" pitchFamily="34" charset="-122"/>
              </a:rPr>
              <a:t>)</a:t>
            </a:r>
            <a:r>
              <a:rPr lang="en-US" altLang="zh-CN" sz="2400" dirty="0">
                <a:ea typeface="微软雅黑" pitchFamily="34" charset="-122"/>
              </a:rPr>
              <a:t> </a:t>
            </a:r>
            <a:r>
              <a:rPr lang="en-US" altLang="zh-CN" sz="2400" dirty="0">
                <a:ea typeface="微软雅黑" pitchFamily="34" charset="-122"/>
                <a:sym typeface="Symbol" pitchFamily="18" charset="2"/>
              </a:rPr>
              <a:t>= </a:t>
            </a:r>
            <a:r>
              <a:rPr lang="en-US" altLang="zh-CN" sz="2400" i="1" dirty="0">
                <a:ea typeface="微软雅黑" pitchFamily="34" charset="-122"/>
              </a:rPr>
              <a:t>d(o</a:t>
            </a:r>
            <a:r>
              <a:rPr lang="en-US" altLang="zh-CN" sz="2400" i="1" baseline="-25000" dirty="0">
                <a:ea typeface="微软雅黑" pitchFamily="34" charset="-122"/>
              </a:rPr>
              <a:t>j</a:t>
            </a:r>
            <a:r>
              <a:rPr lang="en-US" altLang="zh-CN" sz="2400" i="1" dirty="0">
                <a:ea typeface="微软雅黑" pitchFamily="34" charset="-122"/>
              </a:rPr>
              <a:t>,o</a:t>
            </a:r>
            <a:r>
              <a:rPr lang="en-US" altLang="zh-CN" sz="2400" i="1" baseline="-25000" dirty="0">
                <a:ea typeface="微软雅黑" pitchFamily="34" charset="-122"/>
              </a:rPr>
              <a:t>i</a:t>
            </a:r>
            <a:r>
              <a:rPr lang="en-US" altLang="zh-CN" sz="2400" i="1" dirty="0">
                <a:ea typeface="微软雅黑" pitchFamily="34" charset="-122"/>
              </a:rPr>
              <a:t>)			d(o</a:t>
            </a:r>
            <a:r>
              <a:rPr lang="en-US" altLang="zh-CN" sz="2400" i="1" baseline="-25000" dirty="0">
                <a:ea typeface="微软雅黑" pitchFamily="34" charset="-122"/>
              </a:rPr>
              <a:t>i</a:t>
            </a:r>
            <a:r>
              <a:rPr lang="en-US" altLang="zh-CN" sz="2400" i="1" dirty="0">
                <a:ea typeface="微软雅黑" pitchFamily="34" charset="-122"/>
              </a:rPr>
              <a:t>,o</a:t>
            </a:r>
            <a:r>
              <a:rPr lang="en-US" altLang="zh-CN" sz="2400" i="1" baseline="-25000" dirty="0">
                <a:ea typeface="微软雅黑" pitchFamily="34" charset="-122"/>
              </a:rPr>
              <a:t>j</a:t>
            </a:r>
            <a:r>
              <a:rPr lang="en-US" altLang="zh-CN" sz="2400" i="1" dirty="0">
                <a:ea typeface="微软雅黑" pitchFamily="34" charset="-122"/>
              </a:rPr>
              <a:t>)</a:t>
            </a:r>
            <a:r>
              <a:rPr lang="en-US" altLang="zh-CN" sz="2400" dirty="0">
                <a:ea typeface="微软雅黑" pitchFamily="34" charset="-122"/>
              </a:rPr>
              <a:t> </a:t>
            </a:r>
            <a:r>
              <a:rPr lang="en-US" altLang="zh-CN" sz="2400" dirty="0">
                <a:ea typeface="微软雅黑" pitchFamily="34" charset="-122"/>
                <a:sym typeface="Symbol" pitchFamily="18" charset="2"/>
              </a:rPr>
              <a:t> </a:t>
            </a:r>
            <a:r>
              <a:rPr lang="en-US" altLang="zh-CN" sz="2400" i="1" dirty="0">
                <a:ea typeface="微软雅黑" pitchFamily="34" charset="-122"/>
              </a:rPr>
              <a:t>do</a:t>
            </a:r>
            <a:r>
              <a:rPr lang="en-US" altLang="zh-CN" sz="2400" i="1" baseline="-25000" dirty="0">
                <a:ea typeface="微软雅黑" pitchFamily="34" charset="-122"/>
              </a:rPr>
              <a:t>i</a:t>
            </a:r>
            <a:r>
              <a:rPr lang="en-US" altLang="zh-CN" sz="2400" i="1" dirty="0">
                <a:ea typeface="微软雅黑" pitchFamily="34" charset="-122"/>
              </a:rPr>
              <a:t>,o</a:t>
            </a:r>
            <a:r>
              <a:rPr lang="en-US" altLang="zh-CN" sz="2400" i="1" baseline="-25000" dirty="0">
                <a:ea typeface="微软雅黑" pitchFamily="34" charset="-122"/>
              </a:rPr>
              <a:t>k</a:t>
            </a:r>
            <a:r>
              <a:rPr lang="en-US" altLang="zh-CN" sz="2400" i="1" dirty="0">
                <a:ea typeface="微软雅黑" pitchFamily="34" charset="-122"/>
              </a:rPr>
              <a:t>)</a:t>
            </a:r>
            <a:r>
              <a:rPr lang="en-US" altLang="zh-CN" sz="2400" dirty="0">
                <a:ea typeface="微软雅黑" pitchFamily="34" charset="-122"/>
              </a:rPr>
              <a:t> </a:t>
            </a:r>
            <a:r>
              <a:rPr lang="en-US" altLang="zh-CN" sz="2400" dirty="0">
                <a:ea typeface="微软雅黑" pitchFamily="34" charset="-122"/>
                <a:sym typeface="Symbol" pitchFamily="18" charset="2"/>
              </a:rPr>
              <a:t>+ </a:t>
            </a:r>
            <a:r>
              <a:rPr lang="en-US" altLang="zh-CN" sz="2400" i="1" dirty="0">
                <a:ea typeface="微软雅黑" pitchFamily="34" charset="-122"/>
              </a:rPr>
              <a:t>d(o</a:t>
            </a:r>
            <a:r>
              <a:rPr lang="en-US" altLang="zh-CN" sz="2400" i="1" baseline="-25000" dirty="0">
                <a:ea typeface="微软雅黑" pitchFamily="34" charset="-122"/>
              </a:rPr>
              <a:t>k</a:t>
            </a:r>
            <a:r>
              <a:rPr lang="en-US" altLang="zh-CN" sz="2400" i="1" dirty="0">
                <a:ea typeface="微软雅黑" pitchFamily="34" charset="-122"/>
              </a:rPr>
              <a:t>,o</a:t>
            </a:r>
            <a:r>
              <a:rPr lang="en-US" altLang="zh-CN" sz="2400" i="1" baseline="-25000" dirty="0">
                <a:ea typeface="微软雅黑" pitchFamily="34" charset="-122"/>
              </a:rPr>
              <a:t>j</a:t>
            </a:r>
            <a:r>
              <a:rPr lang="en-US" altLang="zh-CN" sz="2400" i="1" dirty="0">
                <a:ea typeface="微软雅黑" pitchFamily="34" charset="-122"/>
              </a:rPr>
              <a:t>)</a:t>
            </a:r>
          </a:p>
        </p:txBody>
      </p:sp>
      <p:graphicFrame>
        <p:nvGraphicFramePr>
          <p:cNvPr id="30724" name="Object 2"/>
          <p:cNvGraphicFramePr>
            <a:graphicFrameLocks noChangeAspect="1"/>
          </p:cNvGraphicFramePr>
          <p:nvPr/>
        </p:nvGraphicFramePr>
        <p:xfrm>
          <a:off x="1331913" y="3073400"/>
          <a:ext cx="7413625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8" name="公式" r:id="rId4" imgW="6629400" imgH="571500" progId="Equation.3">
                  <p:embed/>
                </p:oleObj>
              </mc:Choice>
              <mc:Fallback>
                <p:oleObj name="公式" r:id="rId4" imgW="6629400" imgH="5715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3073400"/>
                        <a:ext cx="7413625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5" name="Object 3"/>
          <p:cNvGraphicFramePr>
            <a:graphicFrameLocks noChangeAspect="1"/>
          </p:cNvGraphicFramePr>
          <p:nvPr/>
        </p:nvGraphicFramePr>
        <p:xfrm>
          <a:off x="1603375" y="1836738"/>
          <a:ext cx="6507163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9" name="公式" r:id="rId6" imgW="5715000" imgH="457200" progId="Equation.3">
                  <p:embed/>
                </p:oleObj>
              </mc:Choice>
              <mc:Fallback>
                <p:oleObj name="公式" r:id="rId6" imgW="5715000" imgH="457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3375" y="1836738"/>
                        <a:ext cx="6507163" cy="481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lIns="92075" tIns="46038" rIns="92075" bIns="46038" anchor="ctr"/>
          <a:lstStyle/>
          <a:p>
            <a:pPr eaLnBrk="1" hangingPunct="1">
              <a:defRPr/>
            </a:pPr>
            <a:r>
              <a:rPr lang="zh-CN" altLang="en-US" sz="4400" dirty="0"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距离矩阵</a:t>
            </a:r>
          </a:p>
        </p:txBody>
      </p:sp>
      <p:pic>
        <p:nvPicPr>
          <p:cNvPr id="31747" name="Picture 3"/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65" t="29457" r="13078" b="10776"/>
          <a:stretch>
            <a:fillRect/>
          </a:stretch>
        </p:blipFill>
        <p:spPr>
          <a:xfrm>
            <a:off x="323850" y="1416050"/>
            <a:ext cx="8532813" cy="3722688"/>
          </a:xfrm>
          <a:noFill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  <p:sp>
        <p:nvSpPr>
          <p:cNvPr id="31748" name="Text Box 4"/>
          <p:cNvSpPr txBox="1">
            <a:spLocks noChangeArrowheads="1"/>
          </p:cNvSpPr>
          <p:nvPr/>
        </p:nvSpPr>
        <p:spPr bwMode="auto">
          <a:xfrm>
            <a:off x="900113" y="1657350"/>
            <a:ext cx="647700" cy="5857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ts val="1200"/>
              </a:spcBef>
              <a:buClr>
                <a:srgbClr val="437085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微软雅黑" pitchFamily="34" charset="-122"/>
              </a:defRPr>
            </a:lvl1pPr>
            <a:lvl2pPr marL="742950" indent="-285750" eaLnBrk="0" hangingPunct="0">
              <a:spcBef>
                <a:spcPts val="1200"/>
              </a:spcBef>
              <a:buClr>
                <a:srgbClr val="357E69"/>
              </a:buClr>
              <a:buFont typeface="Symbol" pitchFamily="18" charset="2"/>
              <a:buChar char="-"/>
              <a:defRPr sz="2400">
                <a:solidFill>
                  <a:srgbClr val="800000"/>
                </a:solidFill>
                <a:latin typeface="Times New Roman" pitchFamily="18" charset="0"/>
                <a:ea typeface="宋体" pitchFamily="2" charset="-122"/>
                <a:cs typeface="微软雅黑" pitchFamily="34" charset="-122"/>
              </a:defRPr>
            </a:lvl2pPr>
            <a:lvl3pPr marL="1143000" indent="-228600" eaLnBrk="0" hangingPunct="0">
              <a:spcBef>
                <a:spcPts val="1200"/>
              </a:spcBef>
              <a:buClr>
                <a:srgbClr val="918BA3"/>
              </a:buClr>
              <a:buFont typeface="Wingdings" pitchFamily="2" charset="2"/>
              <a:buChar char="Ø"/>
              <a:defRPr sz="2000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微软雅黑" pitchFamily="34" charset="-122"/>
              </a:defRPr>
            </a:lvl3pPr>
            <a:lvl4pPr marL="1600200" indent="-228600" eaLnBrk="0" hangingPunct="0">
              <a:spcBef>
                <a:spcPts val="1200"/>
              </a:spcBef>
              <a:buClr>
                <a:srgbClr val="2F6E7E"/>
              </a:buClr>
              <a:buFont typeface="Wingdings" pitchFamily="2" charset="2"/>
              <a:buChar char="ü"/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微软雅黑" pitchFamily="34" charset="-122"/>
              </a:defRPr>
            </a:lvl4pPr>
            <a:lvl5pPr marL="2057400" indent="-228600" eaLnBrk="0" hangingPunct="0">
              <a:spcBef>
                <a:spcPts val="1200"/>
              </a:spcBef>
              <a:buClr>
                <a:srgbClr val="233337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微软雅黑" pitchFamily="34" charset="-122"/>
              </a:defRPr>
            </a:lvl5pPr>
            <a:lvl6pPr marL="2514600" indent="-228600" eaLnBrk="0" fontAlgn="base" hangingPunct="0">
              <a:spcBef>
                <a:spcPts val="1200"/>
              </a:spcBef>
              <a:spcAft>
                <a:spcPct val="0"/>
              </a:spcAft>
              <a:buClr>
                <a:srgbClr val="233337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微软雅黑" pitchFamily="34" charset="-122"/>
              </a:defRPr>
            </a:lvl6pPr>
            <a:lvl7pPr marL="2971800" indent="-228600" eaLnBrk="0" fontAlgn="base" hangingPunct="0">
              <a:spcBef>
                <a:spcPts val="1200"/>
              </a:spcBef>
              <a:spcAft>
                <a:spcPct val="0"/>
              </a:spcAft>
              <a:buClr>
                <a:srgbClr val="233337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微软雅黑" pitchFamily="34" charset="-122"/>
              </a:defRPr>
            </a:lvl7pPr>
            <a:lvl8pPr marL="3429000" indent="-228600" eaLnBrk="0" fontAlgn="base" hangingPunct="0">
              <a:spcBef>
                <a:spcPts val="1200"/>
              </a:spcBef>
              <a:spcAft>
                <a:spcPct val="0"/>
              </a:spcAft>
              <a:buClr>
                <a:srgbClr val="233337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微软雅黑" pitchFamily="34" charset="-122"/>
              </a:defRPr>
            </a:lvl8pPr>
            <a:lvl9pPr marL="3886200" indent="-228600" eaLnBrk="0" fontAlgn="base" hangingPunct="0">
              <a:spcBef>
                <a:spcPts val="1200"/>
              </a:spcBef>
              <a:spcAft>
                <a:spcPct val="0"/>
              </a:spcAft>
              <a:buClr>
                <a:srgbClr val="233337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微软雅黑" pitchFamily="34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zh-CN" altLang="en-US" sz="3200">
                <a:solidFill>
                  <a:srgbClr val="000000"/>
                </a:solidFill>
                <a:latin typeface="Arial" pitchFamily="34" charset="0"/>
                <a:ea typeface="黑体" pitchFamily="49" charset="-122"/>
              </a:rPr>
              <a:t>品</a:t>
            </a:r>
          </a:p>
        </p:txBody>
      </p:sp>
      <p:sp>
        <p:nvSpPr>
          <p:cNvPr id="31749" name="Text Box 5"/>
          <p:cNvSpPr txBox="1">
            <a:spLocks noChangeArrowheads="1"/>
          </p:cNvSpPr>
          <p:nvPr/>
        </p:nvSpPr>
        <p:spPr bwMode="auto">
          <a:xfrm>
            <a:off x="5003800" y="1716088"/>
            <a:ext cx="1800225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ts val="1200"/>
              </a:spcBef>
              <a:buClr>
                <a:srgbClr val="437085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微软雅黑" pitchFamily="34" charset="-122"/>
              </a:defRPr>
            </a:lvl1pPr>
            <a:lvl2pPr marL="742950" indent="-285750" eaLnBrk="0" hangingPunct="0">
              <a:spcBef>
                <a:spcPts val="1200"/>
              </a:spcBef>
              <a:buClr>
                <a:srgbClr val="357E69"/>
              </a:buClr>
              <a:buFont typeface="Symbol" pitchFamily="18" charset="2"/>
              <a:buChar char="-"/>
              <a:defRPr sz="2400">
                <a:solidFill>
                  <a:srgbClr val="800000"/>
                </a:solidFill>
                <a:latin typeface="Times New Roman" pitchFamily="18" charset="0"/>
                <a:ea typeface="宋体" pitchFamily="2" charset="-122"/>
                <a:cs typeface="微软雅黑" pitchFamily="34" charset="-122"/>
              </a:defRPr>
            </a:lvl2pPr>
            <a:lvl3pPr marL="1143000" indent="-228600" eaLnBrk="0" hangingPunct="0">
              <a:spcBef>
                <a:spcPts val="1200"/>
              </a:spcBef>
              <a:buClr>
                <a:srgbClr val="918BA3"/>
              </a:buClr>
              <a:buFont typeface="Wingdings" pitchFamily="2" charset="2"/>
              <a:buChar char="Ø"/>
              <a:defRPr sz="2000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微软雅黑" pitchFamily="34" charset="-122"/>
              </a:defRPr>
            </a:lvl3pPr>
            <a:lvl4pPr marL="1600200" indent="-228600" eaLnBrk="0" hangingPunct="0">
              <a:spcBef>
                <a:spcPts val="1200"/>
              </a:spcBef>
              <a:buClr>
                <a:srgbClr val="2F6E7E"/>
              </a:buClr>
              <a:buFont typeface="Wingdings" pitchFamily="2" charset="2"/>
              <a:buChar char="ü"/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微软雅黑" pitchFamily="34" charset="-122"/>
              </a:defRPr>
            </a:lvl4pPr>
            <a:lvl5pPr marL="2057400" indent="-228600" eaLnBrk="0" hangingPunct="0">
              <a:spcBef>
                <a:spcPts val="1200"/>
              </a:spcBef>
              <a:buClr>
                <a:srgbClr val="233337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微软雅黑" pitchFamily="34" charset="-122"/>
              </a:defRPr>
            </a:lvl5pPr>
            <a:lvl6pPr marL="2514600" indent="-228600" eaLnBrk="0" fontAlgn="base" hangingPunct="0">
              <a:spcBef>
                <a:spcPts val="1200"/>
              </a:spcBef>
              <a:spcAft>
                <a:spcPct val="0"/>
              </a:spcAft>
              <a:buClr>
                <a:srgbClr val="233337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微软雅黑" pitchFamily="34" charset="-122"/>
              </a:defRPr>
            </a:lvl6pPr>
            <a:lvl7pPr marL="2971800" indent="-228600" eaLnBrk="0" fontAlgn="base" hangingPunct="0">
              <a:spcBef>
                <a:spcPts val="1200"/>
              </a:spcBef>
              <a:spcAft>
                <a:spcPct val="0"/>
              </a:spcAft>
              <a:buClr>
                <a:srgbClr val="233337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微软雅黑" pitchFamily="34" charset="-122"/>
              </a:defRPr>
            </a:lvl7pPr>
            <a:lvl8pPr marL="3429000" indent="-228600" eaLnBrk="0" fontAlgn="base" hangingPunct="0">
              <a:spcBef>
                <a:spcPts val="1200"/>
              </a:spcBef>
              <a:spcAft>
                <a:spcPct val="0"/>
              </a:spcAft>
              <a:buClr>
                <a:srgbClr val="233337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微软雅黑" pitchFamily="34" charset="-122"/>
              </a:defRPr>
            </a:lvl8pPr>
            <a:lvl9pPr marL="3886200" indent="-228600" eaLnBrk="0" fontAlgn="base" hangingPunct="0">
              <a:spcBef>
                <a:spcPts val="1200"/>
              </a:spcBef>
              <a:spcAft>
                <a:spcPct val="0"/>
              </a:spcAft>
              <a:buClr>
                <a:srgbClr val="233337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微软雅黑" pitchFamily="34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>
                <a:ea typeface="华文细黑" pitchFamily="2" charset="-122"/>
              </a:rPr>
              <a:t>距离矩阵</a:t>
            </a: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lIns="92075" tIns="46038" rIns="92075" bIns="46038" anchor="ctr"/>
          <a:lstStyle/>
          <a:p>
            <a:pPr eaLnBrk="1" hangingPunct="1">
              <a:defRPr/>
            </a:pPr>
            <a:r>
              <a:rPr lang="zh-CN" altLang="en-US" sz="4400"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绝对值距离</a:t>
            </a:r>
          </a:p>
        </p:txBody>
      </p:sp>
      <p:pic>
        <p:nvPicPr>
          <p:cNvPr id="32771" name="Picture 3"/>
          <p:cNvPicPr>
            <a:picLocks noGrp="1" noChangeAspect="1" noChangeArrowheads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65" t="32985" r="17030" b="9032"/>
          <a:stretch>
            <a:fillRect/>
          </a:stretch>
        </p:blipFill>
        <p:spPr>
          <a:xfrm>
            <a:off x="468313" y="1355725"/>
            <a:ext cx="8316912" cy="3810000"/>
          </a:xfrm>
          <a:noFill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  <p:sp>
        <p:nvSpPr>
          <p:cNvPr id="32772" name="Text Box 4"/>
          <p:cNvSpPr txBox="1">
            <a:spLocks noChangeArrowheads="1"/>
          </p:cNvSpPr>
          <p:nvPr/>
        </p:nvSpPr>
        <p:spPr bwMode="auto">
          <a:xfrm>
            <a:off x="1116013" y="1536700"/>
            <a:ext cx="647700" cy="5857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ts val="1200"/>
              </a:spcBef>
              <a:buClr>
                <a:srgbClr val="437085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微软雅黑" pitchFamily="34" charset="-122"/>
              </a:defRPr>
            </a:lvl1pPr>
            <a:lvl2pPr marL="742950" indent="-285750" eaLnBrk="0" hangingPunct="0">
              <a:spcBef>
                <a:spcPts val="1200"/>
              </a:spcBef>
              <a:buClr>
                <a:srgbClr val="357E69"/>
              </a:buClr>
              <a:buFont typeface="Symbol" pitchFamily="18" charset="2"/>
              <a:buChar char="-"/>
              <a:defRPr sz="2400">
                <a:solidFill>
                  <a:srgbClr val="800000"/>
                </a:solidFill>
                <a:latin typeface="Times New Roman" pitchFamily="18" charset="0"/>
                <a:ea typeface="宋体" pitchFamily="2" charset="-122"/>
                <a:cs typeface="微软雅黑" pitchFamily="34" charset="-122"/>
              </a:defRPr>
            </a:lvl2pPr>
            <a:lvl3pPr marL="1143000" indent="-228600" eaLnBrk="0" hangingPunct="0">
              <a:spcBef>
                <a:spcPts val="1200"/>
              </a:spcBef>
              <a:buClr>
                <a:srgbClr val="918BA3"/>
              </a:buClr>
              <a:buFont typeface="Wingdings" pitchFamily="2" charset="2"/>
              <a:buChar char="Ø"/>
              <a:defRPr sz="2000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微软雅黑" pitchFamily="34" charset="-122"/>
              </a:defRPr>
            </a:lvl3pPr>
            <a:lvl4pPr marL="1600200" indent="-228600" eaLnBrk="0" hangingPunct="0">
              <a:spcBef>
                <a:spcPts val="1200"/>
              </a:spcBef>
              <a:buClr>
                <a:srgbClr val="2F6E7E"/>
              </a:buClr>
              <a:buFont typeface="Wingdings" pitchFamily="2" charset="2"/>
              <a:buChar char="ü"/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微软雅黑" pitchFamily="34" charset="-122"/>
              </a:defRPr>
            </a:lvl4pPr>
            <a:lvl5pPr marL="2057400" indent="-228600" eaLnBrk="0" hangingPunct="0">
              <a:spcBef>
                <a:spcPts val="1200"/>
              </a:spcBef>
              <a:buClr>
                <a:srgbClr val="233337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微软雅黑" pitchFamily="34" charset="-122"/>
              </a:defRPr>
            </a:lvl5pPr>
            <a:lvl6pPr marL="2514600" indent="-228600" eaLnBrk="0" fontAlgn="base" hangingPunct="0">
              <a:spcBef>
                <a:spcPts val="1200"/>
              </a:spcBef>
              <a:spcAft>
                <a:spcPct val="0"/>
              </a:spcAft>
              <a:buClr>
                <a:srgbClr val="233337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微软雅黑" pitchFamily="34" charset="-122"/>
              </a:defRPr>
            </a:lvl6pPr>
            <a:lvl7pPr marL="2971800" indent="-228600" eaLnBrk="0" fontAlgn="base" hangingPunct="0">
              <a:spcBef>
                <a:spcPts val="1200"/>
              </a:spcBef>
              <a:spcAft>
                <a:spcPct val="0"/>
              </a:spcAft>
              <a:buClr>
                <a:srgbClr val="233337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微软雅黑" pitchFamily="34" charset="-122"/>
              </a:defRPr>
            </a:lvl7pPr>
            <a:lvl8pPr marL="3429000" indent="-228600" eaLnBrk="0" fontAlgn="base" hangingPunct="0">
              <a:spcBef>
                <a:spcPts val="1200"/>
              </a:spcBef>
              <a:spcAft>
                <a:spcPct val="0"/>
              </a:spcAft>
              <a:buClr>
                <a:srgbClr val="233337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微软雅黑" pitchFamily="34" charset="-122"/>
              </a:defRPr>
            </a:lvl8pPr>
            <a:lvl9pPr marL="3886200" indent="-228600" eaLnBrk="0" fontAlgn="base" hangingPunct="0">
              <a:spcBef>
                <a:spcPts val="1200"/>
              </a:spcBef>
              <a:spcAft>
                <a:spcPct val="0"/>
              </a:spcAft>
              <a:buClr>
                <a:srgbClr val="233337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微软雅黑" pitchFamily="34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zh-CN" altLang="en-US" sz="3200">
                <a:solidFill>
                  <a:srgbClr val="000000"/>
                </a:solidFill>
                <a:latin typeface="Arial" pitchFamily="34" charset="0"/>
                <a:ea typeface="黑体" pitchFamily="49" charset="-122"/>
              </a:rPr>
              <a:t>品</a:t>
            </a:r>
          </a:p>
        </p:txBody>
      </p:sp>
      <p:graphicFrame>
        <p:nvGraphicFramePr>
          <p:cNvPr id="32773" name="Object 9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4211638" y="1350963"/>
          <a:ext cx="2881312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95" name="公式" r:id="rId4" imgW="1205977" imgH="444307" progId="Equation.3">
                  <p:embed/>
                </p:oleObj>
              </mc:Choice>
              <mc:Fallback>
                <p:oleObj name="公式" r:id="rId4" imgW="1205977" imgH="444307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638" y="1350963"/>
                        <a:ext cx="2881312" cy="885825"/>
                      </a:xfrm>
                      <a:prstGeom prst="rect">
                        <a:avLst/>
                      </a:prstGeom>
                      <a:solidFill>
                        <a:srgbClr val="FFDDDD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685800" y="1397000"/>
            <a:ext cx="7772400" cy="1282700"/>
          </a:xfrm>
        </p:spPr>
        <p:txBody>
          <a:bodyPr/>
          <a:lstStyle/>
          <a:p>
            <a:pPr>
              <a:defRPr/>
            </a:pPr>
            <a:r>
              <a:rPr lang="en-US" altLang="zh-CN" dirty="0">
                <a:latin typeface="+mj-ea"/>
              </a:rPr>
              <a:t>4.3 </a:t>
            </a:r>
            <a:r>
              <a:rPr lang="en-US" altLang="en-US" dirty="0">
                <a:latin typeface="+mj-ea"/>
              </a:rPr>
              <a:t>K-means</a:t>
            </a:r>
            <a:r>
              <a:rPr lang="zh-CN" altLang="en-US" dirty="0">
                <a:latin typeface="+mj-ea"/>
              </a:rPr>
              <a:t>聚类算法</a:t>
            </a: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>
          <a:xfrm>
            <a:off x="1371600" y="2678113"/>
            <a:ext cx="6400800" cy="1460500"/>
          </a:xfrm>
        </p:spPr>
        <p:txBody>
          <a:bodyPr/>
          <a:lstStyle/>
          <a:p>
            <a:pPr>
              <a:defRPr/>
            </a:pPr>
            <a:endParaRPr lang="en-US" altLang="zh-CN" dirty="0"/>
          </a:p>
          <a:p>
            <a:pPr>
              <a:defRPr/>
            </a:pPr>
            <a:r>
              <a:rPr lang="en-US" altLang="zh-CN" b="1" dirty="0"/>
              <a:t>K-</a:t>
            </a:r>
            <a:r>
              <a:rPr lang="zh-CN" altLang="en-US" b="1" dirty="0"/>
              <a:t>均值聚类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51720" y="350520"/>
            <a:ext cx="68029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Python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机器学习基础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	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唐四薪 编著</a:t>
            </a:r>
          </a:p>
        </p:txBody>
      </p:sp>
    </p:spTree>
    <p:extLst>
      <p:ext uri="{BB962C8B-B14F-4D97-AF65-F5344CB8AC3E}">
        <p14:creationId xmlns:p14="http://schemas.microsoft.com/office/powerpoint/2010/main" val="1276596765"/>
      </p:ext>
    </p:extLst>
  </p:cSld>
  <p:clrMapOvr>
    <a:masterClrMapping/>
  </p:clrMapOvr>
  <p:transition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宋体" pitchFamily="2" charset="-122"/>
              </a:rPr>
              <a:t>K-means</a:t>
            </a:r>
            <a:r>
              <a:rPr lang="zh-CN" altLang="en-US">
                <a:latin typeface="宋体" pitchFamily="2" charset="-122"/>
              </a:rPr>
              <a:t>快速聚类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800" b="1">
                <a:latin typeface="仿宋_GB2312" pitchFamily="49" charset="-122"/>
                <a:ea typeface="仿宋_GB2312" pitchFamily="49" charset="-122"/>
              </a:rPr>
              <a:t>出发点：希望克服层次聚类法在大样本时产生的困难，提高聚类效率</a:t>
            </a:r>
          </a:p>
          <a:p>
            <a:pPr>
              <a:lnSpc>
                <a:spcPct val="90000"/>
              </a:lnSpc>
            </a:pPr>
            <a:endParaRPr lang="zh-CN" altLang="en-US" sz="2800" b="1">
              <a:latin typeface="仿宋_GB2312" pitchFamily="49" charset="-122"/>
              <a:ea typeface="仿宋_GB2312" pitchFamily="49" charset="-122"/>
            </a:endParaRPr>
          </a:p>
          <a:p>
            <a:pPr>
              <a:lnSpc>
                <a:spcPct val="90000"/>
              </a:lnSpc>
            </a:pPr>
            <a:r>
              <a:rPr lang="zh-CN" altLang="en-US" sz="2800" b="1">
                <a:latin typeface="仿宋_GB2312" pitchFamily="49" charset="-122"/>
                <a:ea typeface="仿宋_GB2312" pitchFamily="49" charset="-122"/>
              </a:rPr>
              <a:t>做法：</a:t>
            </a:r>
          </a:p>
          <a:p>
            <a:pPr lvl="1">
              <a:lnSpc>
                <a:spcPct val="90000"/>
              </a:lnSpc>
            </a:pPr>
            <a:r>
              <a:rPr lang="zh-CN" altLang="en-US" b="1">
                <a:latin typeface="仿宋_GB2312" pitchFamily="49" charset="-122"/>
                <a:ea typeface="仿宋_GB2312" pitchFamily="49" charset="-122"/>
              </a:rPr>
              <a:t>通过用户</a:t>
            </a:r>
            <a:r>
              <a:rPr lang="zh-CN" altLang="en-US" b="1">
                <a:solidFill>
                  <a:srgbClr val="FF0000"/>
                </a:solidFill>
                <a:latin typeface="仿宋_GB2312" pitchFamily="49" charset="-122"/>
                <a:ea typeface="仿宋_GB2312" pitchFamily="49" charset="-122"/>
              </a:rPr>
              <a:t>事先指定聚类数目</a:t>
            </a:r>
            <a:r>
              <a:rPr lang="zh-CN" altLang="en-US" b="1">
                <a:latin typeface="仿宋_GB2312" pitchFamily="49" charset="-122"/>
                <a:ea typeface="仿宋_GB2312" pitchFamily="49" charset="-122"/>
              </a:rPr>
              <a:t>的方式提高效率</a:t>
            </a:r>
          </a:p>
          <a:p>
            <a:pPr lvl="1">
              <a:lnSpc>
                <a:spcPct val="90000"/>
              </a:lnSpc>
            </a:pPr>
            <a:r>
              <a:rPr lang="zh-CN" altLang="en-US" b="1">
                <a:latin typeface="仿宋_GB2312" pitchFamily="49" charset="-122"/>
                <a:ea typeface="仿宋_GB2312" pitchFamily="49" charset="-122"/>
              </a:rPr>
              <a:t>因此，分层聚类可以对不同的聚类数而产生一系列的聚类解，而快速聚类只能产生单一的聚类解</a:t>
            </a:r>
          </a:p>
        </p:txBody>
      </p:sp>
    </p:spTree>
    <p:extLst>
      <p:ext uri="{BB962C8B-B14F-4D97-AF65-F5344CB8AC3E}">
        <p14:creationId xmlns:p14="http://schemas.microsoft.com/office/powerpoint/2010/main" val="3185997818"/>
      </p:ext>
    </p:extLst>
  </p:cSld>
  <p:clrMapOvr>
    <a:masterClrMapping/>
  </p:clrMapOvr>
  <p:transition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3"/>
          <p:cNvSpPr>
            <a:spLocks noGrp="1"/>
          </p:cNvSpPr>
          <p:nvPr>
            <p:ph type="ftr" sz="quarter" idx="11"/>
          </p:nvPr>
        </p:nvSpPr>
        <p:spPr>
          <a:xfrm>
            <a:off x="73025" y="5334000"/>
            <a:ext cx="3200400" cy="236538"/>
          </a:xfrm>
        </p:spPr>
        <p:txBody>
          <a:bodyPr anchor="b"/>
          <a:lstStyle/>
          <a:p>
            <a:pPr algn="l">
              <a:defRPr/>
            </a:pPr>
            <a:r>
              <a:rPr lang="en-US" altLang="zh-CN">
                <a:solidFill>
                  <a:srgbClr val="2F2F2F">
                    <a:lumMod val="75000"/>
                    <a:lumOff val="25000"/>
                  </a:srgbClr>
                </a:solidFill>
              </a:rPr>
              <a:t>Company Name</a:t>
            </a:r>
            <a:endParaRPr lang="en-US" altLang="zh-CN" sz="1800">
              <a:solidFill>
                <a:srgbClr val="2F2F2F">
                  <a:lumMod val="75000"/>
                  <a:lumOff val="25000"/>
                </a:srgbClr>
              </a:solidFill>
              <a:latin typeface="Arial" pitchFamily="34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quarter" idx="10"/>
          </p:nvPr>
        </p:nvSpPr>
        <p:spPr>
          <a:xfrm>
            <a:off x="4114800" y="5334000"/>
            <a:ext cx="914400" cy="236538"/>
          </a:xfrm>
        </p:spPr>
        <p:txBody>
          <a:bodyPr lIns="45720" rIns="45720" anchor="ctr"/>
          <a:lstStyle/>
          <a:p>
            <a:pPr algn="ctr">
              <a:defRPr/>
            </a:pPr>
            <a:r>
              <a:rPr lang="en-US" altLang="zh-CN">
                <a:solidFill>
                  <a:srgbClr val="2F2F2F">
                    <a:lumMod val="75000"/>
                    <a:lumOff val="25000"/>
                  </a:srgbClr>
                </a:solidFill>
              </a:rPr>
              <a:t>www.SucaiFengbao.com</a:t>
            </a:r>
            <a:endParaRPr lang="en-US" altLang="zh-CN" sz="1800">
              <a:solidFill>
                <a:srgbClr val="2F2F2F">
                  <a:lumMod val="75000"/>
                  <a:lumOff val="25000"/>
                </a:srgbClr>
              </a:solidFill>
              <a:latin typeface="Arial" pitchFamily="34" charset="0"/>
            </a:endParaRPr>
          </a:p>
        </p:txBody>
      </p:sp>
      <p:sp>
        <p:nvSpPr>
          <p:cNvPr id="634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>
                <a:ea typeface="宋体" pitchFamily="2" charset="-122"/>
              </a:rPr>
              <a:t>K-means</a:t>
            </a:r>
            <a:r>
              <a:rPr lang="zh-CN" altLang="en-US" sz="3600">
                <a:ea typeface="宋体" pitchFamily="2" charset="-122"/>
              </a:rPr>
              <a:t>聚类</a:t>
            </a:r>
          </a:p>
        </p:txBody>
      </p:sp>
      <p:sp>
        <p:nvSpPr>
          <p:cNvPr id="6349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057275"/>
            <a:ext cx="8229600" cy="3905250"/>
          </a:xfrm>
        </p:spPr>
        <p:txBody>
          <a:bodyPr/>
          <a:lstStyle/>
          <a:p>
            <a:r>
              <a:rPr lang="zh-CN" altLang="en-US" sz="2800" b="1">
                <a:ea typeface="宋体" pitchFamily="2" charset="-122"/>
              </a:rPr>
              <a:t>是一种基于距离的聚类算法，采用距离作为相似性的评价指标。</a:t>
            </a:r>
          </a:p>
          <a:p>
            <a:endParaRPr lang="zh-CN" altLang="en-US" b="1">
              <a:ea typeface="宋体" pitchFamily="2" charset="-122"/>
            </a:endParaRPr>
          </a:p>
        </p:txBody>
      </p:sp>
      <p:pic>
        <p:nvPicPr>
          <p:cNvPr id="63494" name="Picture 4" descr="ac6eddc451da81cb399961e45066d0160924319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613" y="1993900"/>
            <a:ext cx="5478462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29396511"/>
      </p:ext>
    </p:extLst>
  </p:cSld>
  <p:clrMapOvr>
    <a:masterClrMapping/>
  </p:clrMapOvr>
  <p:transition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4514" name="内容占位符 33"/>
          <p:cNvGraphicFramePr>
            <a:graphicFrameLocks noGrp="1"/>
          </p:cNvGraphicFramePr>
          <p:nvPr>
            <p:ph idx="1"/>
          </p:nvPr>
        </p:nvGraphicFramePr>
        <p:xfrm>
          <a:off x="457200" y="928688"/>
          <a:ext cx="8229600" cy="3771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83" r:id="rId4" imgW="8238095" imgH="4533333" progId="excel.sheet.8">
                  <p:embed/>
                </p:oleObj>
              </mc:Choice>
              <mc:Fallback>
                <p:oleObj r:id="rId4" imgW="8238095" imgH="4533333" progId="excel.sheet.8">
                  <p:embed/>
                  <p:pic>
                    <p:nvPicPr>
                      <p:cNvPr id="64514" name="内容占位符 33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928688"/>
                        <a:ext cx="8229600" cy="3771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15" name="文本框 18"/>
          <p:cNvSpPr txBox="1">
            <a:spLocks noChangeArrowheads="1"/>
          </p:cNvSpPr>
          <p:nvPr/>
        </p:nvSpPr>
        <p:spPr bwMode="auto">
          <a:xfrm>
            <a:off x="1485900" y="2544763"/>
            <a:ext cx="3651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400">
                <a:solidFill>
                  <a:prstClr val="black"/>
                </a:solidFill>
              </a:rPr>
              <a:t>A</a:t>
            </a:r>
          </a:p>
        </p:txBody>
      </p:sp>
      <p:sp>
        <p:nvSpPr>
          <p:cNvPr id="64516" name="文本框 19"/>
          <p:cNvSpPr txBox="1">
            <a:spLocks noChangeArrowheads="1"/>
          </p:cNvSpPr>
          <p:nvPr/>
        </p:nvSpPr>
        <p:spPr bwMode="auto">
          <a:xfrm>
            <a:off x="2663825" y="2501900"/>
            <a:ext cx="2825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400">
                <a:solidFill>
                  <a:prstClr val="black"/>
                </a:solidFill>
              </a:rPr>
              <a:t>B</a:t>
            </a:r>
          </a:p>
        </p:txBody>
      </p:sp>
      <p:sp>
        <p:nvSpPr>
          <p:cNvPr id="64517" name="文本框 20"/>
          <p:cNvSpPr txBox="1">
            <a:spLocks noChangeArrowheads="1"/>
          </p:cNvSpPr>
          <p:nvPr/>
        </p:nvSpPr>
        <p:spPr bwMode="auto">
          <a:xfrm>
            <a:off x="1524000" y="2032000"/>
            <a:ext cx="3460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400">
                <a:solidFill>
                  <a:prstClr val="black"/>
                </a:solidFill>
              </a:rPr>
              <a:t>C</a:t>
            </a:r>
          </a:p>
        </p:txBody>
      </p:sp>
      <p:sp>
        <p:nvSpPr>
          <p:cNvPr id="64518" name="文本框 21"/>
          <p:cNvSpPr txBox="1">
            <a:spLocks noChangeArrowheads="1"/>
          </p:cNvSpPr>
          <p:nvPr/>
        </p:nvSpPr>
        <p:spPr bwMode="auto">
          <a:xfrm>
            <a:off x="2616200" y="2052638"/>
            <a:ext cx="346075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400">
                <a:solidFill>
                  <a:prstClr val="black"/>
                </a:solidFill>
              </a:rPr>
              <a:t>D</a:t>
            </a:r>
          </a:p>
        </p:txBody>
      </p:sp>
      <p:sp>
        <p:nvSpPr>
          <p:cNvPr id="64519" name="文本框 22"/>
          <p:cNvSpPr txBox="1">
            <a:spLocks noChangeArrowheads="1"/>
          </p:cNvSpPr>
          <p:nvPr/>
        </p:nvSpPr>
        <p:spPr bwMode="auto">
          <a:xfrm>
            <a:off x="2614613" y="1644650"/>
            <a:ext cx="3460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400">
                <a:solidFill>
                  <a:prstClr val="black"/>
                </a:solidFill>
              </a:rPr>
              <a:t>E</a:t>
            </a:r>
          </a:p>
        </p:txBody>
      </p:sp>
      <p:sp>
        <p:nvSpPr>
          <p:cNvPr id="64520" name="文本框 23"/>
          <p:cNvSpPr txBox="1">
            <a:spLocks noChangeArrowheads="1"/>
          </p:cNvSpPr>
          <p:nvPr/>
        </p:nvSpPr>
        <p:spPr bwMode="auto">
          <a:xfrm>
            <a:off x="4959350" y="3416300"/>
            <a:ext cx="3460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400">
                <a:solidFill>
                  <a:prstClr val="black"/>
                </a:solidFill>
              </a:rPr>
              <a:t>F</a:t>
            </a:r>
          </a:p>
        </p:txBody>
      </p:sp>
      <p:sp>
        <p:nvSpPr>
          <p:cNvPr id="64521" name="文本框 24"/>
          <p:cNvSpPr txBox="1">
            <a:spLocks noChangeArrowheads="1"/>
          </p:cNvSpPr>
          <p:nvPr/>
        </p:nvSpPr>
        <p:spPr bwMode="auto">
          <a:xfrm>
            <a:off x="5002213" y="3821113"/>
            <a:ext cx="3460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400">
                <a:solidFill>
                  <a:prstClr val="black"/>
                </a:solidFill>
              </a:rPr>
              <a:t>I</a:t>
            </a:r>
          </a:p>
        </p:txBody>
      </p:sp>
      <p:sp>
        <p:nvSpPr>
          <p:cNvPr id="64522" name="文本框 25"/>
          <p:cNvSpPr txBox="1">
            <a:spLocks noChangeArrowheads="1"/>
          </p:cNvSpPr>
          <p:nvPr/>
        </p:nvSpPr>
        <p:spPr bwMode="auto">
          <a:xfrm>
            <a:off x="5959475" y="3394075"/>
            <a:ext cx="4143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400">
                <a:solidFill>
                  <a:prstClr val="black"/>
                </a:solidFill>
              </a:rPr>
              <a:t>G</a:t>
            </a:r>
          </a:p>
        </p:txBody>
      </p:sp>
      <p:sp>
        <p:nvSpPr>
          <p:cNvPr id="64523" name="文本框 26"/>
          <p:cNvSpPr txBox="1">
            <a:spLocks noChangeArrowheads="1"/>
          </p:cNvSpPr>
          <p:nvPr/>
        </p:nvSpPr>
        <p:spPr bwMode="auto">
          <a:xfrm>
            <a:off x="6083300" y="3848100"/>
            <a:ext cx="3460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400">
                <a:solidFill>
                  <a:prstClr val="black"/>
                </a:solidFill>
              </a:rPr>
              <a:t>J</a:t>
            </a:r>
          </a:p>
        </p:txBody>
      </p:sp>
      <p:sp>
        <p:nvSpPr>
          <p:cNvPr id="64524" name="文本框 27"/>
          <p:cNvSpPr txBox="1">
            <a:spLocks noChangeArrowheads="1"/>
          </p:cNvSpPr>
          <p:nvPr/>
        </p:nvSpPr>
        <p:spPr bwMode="auto">
          <a:xfrm>
            <a:off x="7108825" y="3370263"/>
            <a:ext cx="3460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400">
                <a:solidFill>
                  <a:prstClr val="black"/>
                </a:solidFill>
              </a:rPr>
              <a:t>H</a:t>
            </a:r>
          </a:p>
        </p:txBody>
      </p:sp>
      <p:sp>
        <p:nvSpPr>
          <p:cNvPr id="10252" name="文本框 21"/>
          <p:cNvSpPr txBox="1">
            <a:spLocks noChangeArrowheads="1"/>
          </p:cNvSpPr>
          <p:nvPr/>
        </p:nvSpPr>
        <p:spPr bwMode="auto">
          <a:xfrm>
            <a:off x="2084388" y="238125"/>
            <a:ext cx="5153025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kumimoji="1" lang="en-US" altLang="zh-CN" sz="3200" dirty="0">
                <a:solidFill>
                  <a:prstClr val="black"/>
                </a:solidFill>
                <a:latin typeface="微软雅黑"/>
                <a:ea typeface="微软雅黑"/>
              </a:rPr>
              <a:t>K-means</a:t>
            </a:r>
            <a:r>
              <a:rPr kumimoji="1" lang="zh-CN" altLang="en-US" sz="3200" dirty="0">
                <a:solidFill>
                  <a:prstClr val="black"/>
                </a:solidFill>
                <a:latin typeface="微软雅黑"/>
                <a:ea typeface="微软雅黑"/>
              </a:rPr>
              <a:t>聚类算法举例</a:t>
            </a:r>
            <a:endParaRPr kumimoji="1" lang="en-US" altLang="zh-CN" sz="3200" dirty="0">
              <a:solidFill>
                <a:prstClr val="black"/>
              </a:solidFill>
              <a:latin typeface="微软雅黑"/>
              <a:ea typeface="微软雅黑"/>
            </a:endParaRPr>
          </a:p>
        </p:txBody>
      </p:sp>
      <p:sp>
        <p:nvSpPr>
          <p:cNvPr id="10253" name="文本框 25"/>
          <p:cNvSpPr txBox="1">
            <a:spLocks noChangeArrowheads="1"/>
          </p:cNvSpPr>
          <p:nvPr/>
        </p:nvSpPr>
        <p:spPr bwMode="auto">
          <a:xfrm>
            <a:off x="1939925" y="4802188"/>
            <a:ext cx="5521325" cy="5842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txBody>
          <a:bodyPr>
            <a:spAutoFit/>
          </a:bodyPr>
          <a:lstStyle/>
          <a:p>
            <a:pPr>
              <a:defRPr/>
            </a:pPr>
            <a:r>
              <a:rPr kumimoji="1" lang="zh-CN" altLang="en-US" sz="3200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</a:rPr>
              <a:t>怎样把</a:t>
            </a:r>
            <a:r>
              <a:rPr kumimoji="1" lang="en-US" altLang="zh-CN" sz="3200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</a:rPr>
              <a:t>A,B...H,J </a:t>
            </a:r>
            <a:r>
              <a:rPr kumimoji="1" lang="zh-CN" altLang="en-US" sz="3200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</a:rPr>
              <a:t>分成两类呢</a:t>
            </a:r>
            <a:r>
              <a:rPr kumimoji="1" lang="en-US" altLang="zh-CN" sz="3200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</a:rPr>
              <a:t>? </a:t>
            </a:r>
          </a:p>
        </p:txBody>
      </p:sp>
      <p:sp>
        <p:nvSpPr>
          <p:cNvPr id="29" name="矩形 28"/>
          <p:cNvSpPr/>
          <p:nvPr/>
        </p:nvSpPr>
        <p:spPr>
          <a:xfrm>
            <a:off x="3494" y="7938"/>
            <a:ext cx="564515" cy="46166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kumimoji="1" lang="en-US" altLang="zh-CN" noProof="1">
                <a:ln w="12700">
                  <a:solidFill>
                    <a:srgbClr val="2F2F2F">
                      <a:lumMod val="75000"/>
                    </a:srgbClr>
                  </a:solidFill>
                  <a:prstDash val="solid"/>
                </a:ln>
                <a:pattFill prst="dkUpDiag">
                  <a:fgClr>
                    <a:srgbClr val="2F2F2F"/>
                  </a:fgClr>
                  <a:bgClr>
                    <a:srgbClr val="2F2F2F">
                      <a:lumMod val="20000"/>
                      <a:lumOff val="80000"/>
                    </a:srgbClr>
                  </a:bgClr>
                </a:pattFill>
                <a:effectLst>
                  <a:outerShdw dist="38100" dir="2640000" algn="bl" rotWithShape="0">
                    <a:srgbClr val="2F2F2F">
                      <a:lumMod val="75000"/>
                    </a:srgbClr>
                  </a:outerShdw>
                </a:effectLst>
                <a:latin typeface="Arial" charset="0"/>
                <a:ea typeface="宋体" charset="-122"/>
                <a:cs typeface="+mn-ea"/>
              </a:rPr>
              <a:t>4</a:t>
            </a:r>
            <a:endParaRPr kumimoji="1" lang="en-US" altLang="zh-CN" noProof="1">
              <a:ln w="12700">
                <a:solidFill>
                  <a:srgbClr val="2F2F2F">
                    <a:lumMod val="75000"/>
                  </a:srgbClr>
                </a:solidFill>
                <a:prstDash val="solid"/>
              </a:ln>
              <a:pattFill prst="dkUpDiag">
                <a:fgClr>
                  <a:srgbClr val="2F2F2F"/>
                </a:fgClr>
                <a:bgClr>
                  <a:srgbClr val="2F2F2F">
                    <a:lumMod val="20000"/>
                    <a:lumOff val="80000"/>
                  </a:srgbClr>
                </a:bgClr>
              </a:pattFill>
              <a:effectLst>
                <a:outerShdw dist="38100" dir="2640000" algn="bl" rotWithShape="0">
                  <a:srgbClr val="2F2F2F">
                    <a:lumMod val="75000"/>
                  </a:srgbClr>
                </a:outerShdw>
              </a:effectLst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71417995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5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5538" name="对象 19"/>
          <p:cNvGraphicFramePr>
            <a:graphicFrameLocks/>
          </p:cNvGraphicFramePr>
          <p:nvPr/>
        </p:nvGraphicFramePr>
        <p:xfrm>
          <a:off x="180975" y="639763"/>
          <a:ext cx="4841875" cy="3754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27" r:id="rId4" imgW="4847619" imgH="4514286" progId="excel.sheet.8">
                  <p:embed/>
                </p:oleObj>
              </mc:Choice>
              <mc:Fallback>
                <p:oleObj r:id="rId4" imgW="4847619" imgH="4514286" progId="excel.sheet.8">
                  <p:embed/>
                  <p:pic>
                    <p:nvPicPr>
                      <p:cNvPr id="65538" name="对象 19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975" y="639763"/>
                        <a:ext cx="4841875" cy="3754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39" name="文本框 2"/>
          <p:cNvSpPr txBox="1">
            <a:spLocks noChangeArrowheads="1"/>
          </p:cNvSpPr>
          <p:nvPr/>
        </p:nvSpPr>
        <p:spPr bwMode="auto">
          <a:xfrm>
            <a:off x="541338" y="2379663"/>
            <a:ext cx="102393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400">
                <a:solidFill>
                  <a:prstClr val="black"/>
                </a:solidFill>
              </a:rPr>
              <a:t>A(1,4)</a:t>
            </a:r>
          </a:p>
        </p:txBody>
      </p:sp>
      <p:sp>
        <p:nvSpPr>
          <p:cNvPr id="65540" name="文本框 5"/>
          <p:cNvSpPr txBox="1">
            <a:spLocks noChangeArrowheads="1"/>
          </p:cNvSpPr>
          <p:nvPr/>
        </p:nvSpPr>
        <p:spPr bwMode="auto">
          <a:xfrm>
            <a:off x="1333500" y="2379663"/>
            <a:ext cx="10223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400">
                <a:solidFill>
                  <a:prstClr val="black"/>
                </a:solidFill>
              </a:rPr>
              <a:t>B(2,4)</a:t>
            </a:r>
          </a:p>
        </p:txBody>
      </p:sp>
      <p:sp>
        <p:nvSpPr>
          <p:cNvPr id="65541" name="文本框 9"/>
          <p:cNvSpPr txBox="1">
            <a:spLocks noChangeArrowheads="1"/>
          </p:cNvSpPr>
          <p:nvPr/>
        </p:nvSpPr>
        <p:spPr bwMode="auto">
          <a:xfrm>
            <a:off x="814388" y="1658938"/>
            <a:ext cx="36353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400">
                <a:solidFill>
                  <a:prstClr val="black"/>
                </a:solidFill>
              </a:rPr>
              <a:t>C</a:t>
            </a:r>
          </a:p>
        </p:txBody>
      </p:sp>
      <p:sp>
        <p:nvSpPr>
          <p:cNvPr id="65542" name="文本框 10"/>
          <p:cNvSpPr txBox="1">
            <a:spLocks noChangeArrowheads="1"/>
          </p:cNvSpPr>
          <p:nvPr/>
        </p:nvSpPr>
        <p:spPr bwMode="auto">
          <a:xfrm>
            <a:off x="1352550" y="1677988"/>
            <a:ext cx="3651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400">
                <a:solidFill>
                  <a:prstClr val="black"/>
                </a:solidFill>
              </a:rPr>
              <a:t>D</a:t>
            </a:r>
          </a:p>
        </p:txBody>
      </p:sp>
      <p:sp>
        <p:nvSpPr>
          <p:cNvPr id="65543" name="文本框 11"/>
          <p:cNvSpPr txBox="1">
            <a:spLocks noChangeArrowheads="1"/>
          </p:cNvSpPr>
          <p:nvPr/>
        </p:nvSpPr>
        <p:spPr bwMode="auto">
          <a:xfrm>
            <a:off x="1331913" y="1298575"/>
            <a:ext cx="36353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400">
                <a:solidFill>
                  <a:prstClr val="black"/>
                </a:solidFill>
              </a:rPr>
              <a:t>E</a:t>
            </a:r>
          </a:p>
        </p:txBody>
      </p:sp>
      <p:sp>
        <p:nvSpPr>
          <p:cNvPr id="65544" name="文本框 14"/>
          <p:cNvSpPr txBox="1">
            <a:spLocks noChangeArrowheads="1"/>
          </p:cNvSpPr>
          <p:nvPr/>
        </p:nvSpPr>
        <p:spPr bwMode="auto">
          <a:xfrm>
            <a:off x="2557463" y="3100388"/>
            <a:ext cx="363537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400">
                <a:solidFill>
                  <a:prstClr val="black"/>
                </a:solidFill>
              </a:rPr>
              <a:t>F</a:t>
            </a:r>
          </a:p>
        </p:txBody>
      </p:sp>
      <p:sp>
        <p:nvSpPr>
          <p:cNvPr id="65545" name="文本框 15"/>
          <p:cNvSpPr txBox="1">
            <a:spLocks noChangeArrowheads="1"/>
          </p:cNvSpPr>
          <p:nvPr/>
        </p:nvSpPr>
        <p:spPr bwMode="auto">
          <a:xfrm>
            <a:off x="2557463" y="3519488"/>
            <a:ext cx="36353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400">
                <a:solidFill>
                  <a:prstClr val="black"/>
                </a:solidFill>
              </a:rPr>
              <a:t>I</a:t>
            </a:r>
          </a:p>
        </p:txBody>
      </p:sp>
      <p:sp>
        <p:nvSpPr>
          <p:cNvPr id="65546" name="文本框 16"/>
          <p:cNvSpPr txBox="1">
            <a:spLocks noChangeArrowheads="1"/>
          </p:cNvSpPr>
          <p:nvPr/>
        </p:nvSpPr>
        <p:spPr bwMode="auto">
          <a:xfrm>
            <a:off x="3205163" y="3100388"/>
            <a:ext cx="436562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400">
                <a:solidFill>
                  <a:prstClr val="black"/>
                </a:solidFill>
              </a:rPr>
              <a:t>G</a:t>
            </a:r>
          </a:p>
        </p:txBody>
      </p:sp>
      <p:sp>
        <p:nvSpPr>
          <p:cNvPr id="65547" name="文本框 17"/>
          <p:cNvSpPr txBox="1">
            <a:spLocks noChangeArrowheads="1"/>
          </p:cNvSpPr>
          <p:nvPr/>
        </p:nvSpPr>
        <p:spPr bwMode="auto">
          <a:xfrm>
            <a:off x="3205163" y="3519488"/>
            <a:ext cx="36353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400">
                <a:solidFill>
                  <a:prstClr val="black"/>
                </a:solidFill>
              </a:rPr>
              <a:t>J</a:t>
            </a:r>
          </a:p>
        </p:txBody>
      </p:sp>
      <p:sp>
        <p:nvSpPr>
          <p:cNvPr id="65548" name="文本框 18"/>
          <p:cNvSpPr txBox="1">
            <a:spLocks noChangeArrowheads="1"/>
          </p:cNvSpPr>
          <p:nvPr/>
        </p:nvSpPr>
        <p:spPr bwMode="auto">
          <a:xfrm>
            <a:off x="3852863" y="3100388"/>
            <a:ext cx="363537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400">
                <a:solidFill>
                  <a:prstClr val="black"/>
                </a:solidFill>
              </a:rPr>
              <a:t>H</a:t>
            </a:r>
          </a:p>
        </p:txBody>
      </p:sp>
      <p:pic>
        <p:nvPicPr>
          <p:cNvPr id="65549" name="图片 99"/>
          <p:cNvPicPr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4725" y="238125"/>
            <a:ext cx="2152650" cy="531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5550" name="文本框 1"/>
          <p:cNvSpPr txBox="1">
            <a:spLocks noChangeArrowheads="1"/>
          </p:cNvSpPr>
          <p:nvPr/>
        </p:nvSpPr>
        <p:spPr bwMode="auto">
          <a:xfrm>
            <a:off x="417513" y="4471988"/>
            <a:ext cx="40306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400">
                <a:solidFill>
                  <a:prstClr val="black"/>
                </a:solidFill>
              </a:rPr>
              <a:t>Randomly choose A,B as the centre and K=2.</a:t>
            </a:r>
          </a:p>
        </p:txBody>
      </p:sp>
      <p:sp>
        <p:nvSpPr>
          <p:cNvPr id="65551" name="文本框 2"/>
          <p:cNvSpPr txBox="1">
            <a:spLocks noChangeArrowheads="1"/>
          </p:cNvSpPr>
          <p:nvPr/>
        </p:nvSpPr>
        <p:spPr bwMode="auto">
          <a:xfrm>
            <a:off x="3559175" y="38100"/>
            <a:ext cx="177165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prstClr val="black"/>
                </a:solidFill>
              </a:rPr>
              <a:t>Example</a:t>
            </a:r>
          </a:p>
        </p:txBody>
      </p:sp>
      <p:graphicFrame>
        <p:nvGraphicFramePr>
          <p:cNvPr id="65552" name="对象 4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5613400" y="822325"/>
          <a:ext cx="501650" cy="236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28" r:id="rId7" imgW="381933" imgH="216236" progId="Equation.KSEE3">
                  <p:embed/>
                </p:oleObj>
              </mc:Choice>
              <mc:Fallback>
                <p:oleObj r:id="rId7" imgW="381933" imgH="216236" progId="Equation.KSEE3">
                  <p:embed/>
                  <p:pic>
                    <p:nvPicPr>
                      <p:cNvPr id="65552" name="对象 4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3400" y="822325"/>
                        <a:ext cx="501650" cy="236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53" name="对象 20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5611813" y="1108075"/>
          <a:ext cx="501650" cy="236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29" r:id="rId9" imgW="381933" imgH="216236" progId="Equation.KSEE3">
                  <p:embed/>
                </p:oleObj>
              </mc:Choice>
              <mc:Fallback>
                <p:oleObj r:id="rId9" imgW="381933" imgH="216236" progId="Equation.KSEE3">
                  <p:embed/>
                  <p:pic>
                    <p:nvPicPr>
                      <p:cNvPr id="65553" name="对象 20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1813" y="1108075"/>
                        <a:ext cx="501650" cy="236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54" name="对象 22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5610225" y="1452563"/>
          <a:ext cx="519113" cy="250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30" r:id="rId11" imgW="394567" imgH="229232" progId="Equation.KSEE3">
                  <p:embed/>
                </p:oleObj>
              </mc:Choice>
              <mc:Fallback>
                <p:oleObj r:id="rId11" imgW="394567" imgH="229232" progId="Equation.KSEE3">
                  <p:embed/>
                  <p:pic>
                    <p:nvPicPr>
                      <p:cNvPr id="65554" name="对象 22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0225" y="1452563"/>
                        <a:ext cx="519113" cy="250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55" name="对象 24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5613400" y="1704975"/>
          <a:ext cx="517525" cy="234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31" r:id="rId13" imgW="394567" imgH="216236" progId="Equation.KSEE3">
                  <p:embed/>
                </p:oleObj>
              </mc:Choice>
              <mc:Fallback>
                <p:oleObj r:id="rId13" imgW="394567" imgH="216236" progId="Equation.KSEE3">
                  <p:embed/>
                  <p:pic>
                    <p:nvPicPr>
                      <p:cNvPr id="65555" name="对象 24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3400" y="1704975"/>
                        <a:ext cx="517525" cy="234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56" name="对象 26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5603875" y="2325688"/>
          <a:ext cx="517525" cy="236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32" r:id="rId15" imgW="394567" imgH="216236" progId="Equation.KSEE3">
                  <p:embed/>
                </p:oleObj>
              </mc:Choice>
              <mc:Fallback>
                <p:oleObj r:id="rId15" imgW="394567" imgH="216236" progId="Equation.KSEE3">
                  <p:embed/>
                  <p:pic>
                    <p:nvPicPr>
                      <p:cNvPr id="65556" name="对象 26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3875" y="2325688"/>
                        <a:ext cx="517525" cy="236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57" name="对象 28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5627688" y="2659063"/>
          <a:ext cx="519112" cy="252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33" r:id="rId17" imgW="394567" imgH="229232" progId="Equation.KSEE3">
                  <p:embed/>
                </p:oleObj>
              </mc:Choice>
              <mc:Fallback>
                <p:oleObj r:id="rId17" imgW="394567" imgH="229232" progId="Equation.KSEE3">
                  <p:embed/>
                  <p:pic>
                    <p:nvPicPr>
                      <p:cNvPr id="65557" name="对象 28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7688" y="2659063"/>
                        <a:ext cx="519112" cy="252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58" name="对象 30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5616575" y="2943225"/>
          <a:ext cx="533400" cy="236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34" r:id="rId19" imgW="407202" imgH="216236" progId="Equation.KSEE3">
                  <p:embed/>
                </p:oleObj>
              </mc:Choice>
              <mc:Fallback>
                <p:oleObj r:id="rId19" imgW="407202" imgH="216236" progId="Equation.KSEE3">
                  <p:embed/>
                  <p:pic>
                    <p:nvPicPr>
                      <p:cNvPr id="65558" name="对象 30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6575" y="2943225"/>
                        <a:ext cx="533400" cy="236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59" name="对象 32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5618163" y="3260725"/>
          <a:ext cx="484187" cy="236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35" r:id="rId21" imgW="369298" imgH="216236" progId="Equation.KSEE3">
                  <p:embed/>
                </p:oleObj>
              </mc:Choice>
              <mc:Fallback>
                <p:oleObj r:id="rId21" imgW="369298" imgH="216236" progId="Equation.KSEE3">
                  <p:embed/>
                  <p:pic>
                    <p:nvPicPr>
                      <p:cNvPr id="65559" name="对象 32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8163" y="3260725"/>
                        <a:ext cx="484187" cy="236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60" name="对象 34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5603875" y="3543300"/>
          <a:ext cx="501650" cy="250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36" r:id="rId23" imgW="381933" imgH="229232" progId="Equation.KSEE3">
                  <p:embed/>
                </p:oleObj>
              </mc:Choice>
              <mc:Fallback>
                <p:oleObj r:id="rId23" imgW="381933" imgH="229232" progId="Equation.KSEE3">
                  <p:embed/>
                  <p:pic>
                    <p:nvPicPr>
                      <p:cNvPr id="65560" name="对象 34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3875" y="3543300"/>
                        <a:ext cx="501650" cy="250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61" name="对象 36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5603875" y="2060575"/>
          <a:ext cx="517525" cy="236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37" r:id="rId25" imgW="394567" imgH="216236" progId="Equation.KSEE3">
                  <p:embed/>
                </p:oleObj>
              </mc:Choice>
              <mc:Fallback>
                <p:oleObj r:id="rId25" imgW="394567" imgH="216236" progId="Equation.KSEE3">
                  <p:embed/>
                  <p:pic>
                    <p:nvPicPr>
                      <p:cNvPr id="65561" name="对象 36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3875" y="2060575"/>
                        <a:ext cx="517525" cy="236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62" name="对象 38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7467600" y="825500"/>
          <a:ext cx="501650" cy="236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38" r:id="rId27" imgW="381933" imgH="216236" progId="Equation.KSEE3">
                  <p:embed/>
                </p:oleObj>
              </mc:Choice>
              <mc:Fallback>
                <p:oleObj r:id="rId27" imgW="381933" imgH="216236" progId="Equation.KSEE3">
                  <p:embed/>
                  <p:pic>
                    <p:nvPicPr>
                      <p:cNvPr id="65562" name="对象 38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600" y="825500"/>
                        <a:ext cx="501650" cy="236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63" name="对象 40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7473950" y="1111250"/>
          <a:ext cx="501650" cy="236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39" r:id="rId29" imgW="381933" imgH="216236" progId="Equation.KSEE3">
                  <p:embed/>
                </p:oleObj>
              </mc:Choice>
              <mc:Fallback>
                <p:oleObj r:id="rId29" imgW="381933" imgH="216236" progId="Equation.KSEE3">
                  <p:embed/>
                  <p:pic>
                    <p:nvPicPr>
                      <p:cNvPr id="65563" name="对象 40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73950" y="1111250"/>
                        <a:ext cx="501650" cy="236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64" name="对象 42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7473950" y="1455738"/>
          <a:ext cx="517525" cy="250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40" r:id="rId31" imgW="394567" imgH="229232" progId="Equation.KSEE3">
                  <p:embed/>
                </p:oleObj>
              </mc:Choice>
              <mc:Fallback>
                <p:oleObj r:id="rId31" imgW="394567" imgH="229232" progId="Equation.KSEE3">
                  <p:embed/>
                  <p:pic>
                    <p:nvPicPr>
                      <p:cNvPr id="65564" name="对象 42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73950" y="1455738"/>
                        <a:ext cx="517525" cy="250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65" name="对象 44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7475538" y="1690688"/>
          <a:ext cx="519112" cy="236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41" r:id="rId33" imgW="394567" imgH="216236" progId="Equation.KSEE3">
                  <p:embed/>
                </p:oleObj>
              </mc:Choice>
              <mc:Fallback>
                <p:oleObj r:id="rId33" imgW="394567" imgH="216236" progId="Equation.KSEE3">
                  <p:embed/>
                  <p:pic>
                    <p:nvPicPr>
                      <p:cNvPr id="65565" name="对象 44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75538" y="1690688"/>
                        <a:ext cx="519112" cy="236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66" name="对象 46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7466013" y="2301875"/>
          <a:ext cx="517525" cy="23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42" r:id="rId35" imgW="394567" imgH="216236" progId="Equation.KSEE3">
                  <p:embed/>
                </p:oleObj>
              </mc:Choice>
              <mc:Fallback>
                <p:oleObj r:id="rId35" imgW="394567" imgH="216236" progId="Equation.KSEE3">
                  <p:embed/>
                  <p:pic>
                    <p:nvPicPr>
                      <p:cNvPr id="65566" name="对象 46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6013" y="2301875"/>
                        <a:ext cx="517525" cy="238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67" name="对象 48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7489825" y="2662238"/>
          <a:ext cx="519113" cy="250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43" r:id="rId37" imgW="394567" imgH="229232" progId="Equation.KSEE3">
                  <p:embed/>
                </p:oleObj>
              </mc:Choice>
              <mc:Fallback>
                <p:oleObj r:id="rId37" imgW="394567" imgH="229232" progId="Equation.KSEE3">
                  <p:embed/>
                  <p:pic>
                    <p:nvPicPr>
                      <p:cNvPr id="65567" name="对象 48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9825" y="2662238"/>
                        <a:ext cx="519113" cy="250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68" name="对象 50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7489825" y="2944813"/>
          <a:ext cx="533400" cy="23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44" r:id="rId39" imgW="407202" imgH="216236" progId="Equation.KSEE3">
                  <p:embed/>
                </p:oleObj>
              </mc:Choice>
              <mc:Fallback>
                <p:oleObj r:id="rId39" imgW="407202" imgH="216236" progId="Equation.KSEE3">
                  <p:embed/>
                  <p:pic>
                    <p:nvPicPr>
                      <p:cNvPr id="65568" name="对象 50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9825" y="2944813"/>
                        <a:ext cx="533400" cy="238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69" name="对象 52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7480300" y="3279775"/>
          <a:ext cx="484188" cy="236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45" r:id="rId41" imgW="369298" imgH="216236" progId="Equation.KSEE3">
                  <p:embed/>
                </p:oleObj>
              </mc:Choice>
              <mc:Fallback>
                <p:oleObj r:id="rId41" imgW="369298" imgH="216236" progId="Equation.KSEE3">
                  <p:embed/>
                  <p:pic>
                    <p:nvPicPr>
                      <p:cNvPr id="65569" name="对象 52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0300" y="3279775"/>
                        <a:ext cx="484188" cy="236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70" name="对象 54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7486650" y="3511550"/>
          <a:ext cx="501650" cy="250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46" r:id="rId43" imgW="381933" imgH="229232" progId="Equation.KSEE3">
                  <p:embed/>
                </p:oleObj>
              </mc:Choice>
              <mc:Fallback>
                <p:oleObj r:id="rId43" imgW="381933" imgH="229232" progId="Equation.KSEE3">
                  <p:embed/>
                  <p:pic>
                    <p:nvPicPr>
                      <p:cNvPr id="65570" name="对象 54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6650" y="3511550"/>
                        <a:ext cx="501650" cy="250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71" name="对象 56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7466013" y="2063750"/>
          <a:ext cx="501650" cy="236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47" r:id="rId45" imgW="381933" imgH="216236" progId="Equation.KSEE3">
                  <p:embed/>
                </p:oleObj>
              </mc:Choice>
              <mc:Fallback>
                <p:oleObj r:id="rId45" imgW="381933" imgH="216236" progId="Equation.KSEE3">
                  <p:embed/>
                  <p:pic>
                    <p:nvPicPr>
                      <p:cNvPr id="65571" name="对象 56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6013" y="2063750"/>
                        <a:ext cx="501650" cy="236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72" name="文本框 58"/>
          <p:cNvSpPr txBox="1">
            <a:spLocks noChangeArrowheads="1"/>
          </p:cNvSpPr>
          <p:nvPr/>
        </p:nvSpPr>
        <p:spPr bwMode="auto">
          <a:xfrm>
            <a:off x="6137275" y="815975"/>
            <a:ext cx="4762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prstClr val="black"/>
                </a:solidFill>
              </a:rPr>
              <a:t>0</a:t>
            </a:r>
          </a:p>
        </p:txBody>
      </p:sp>
      <p:sp>
        <p:nvSpPr>
          <p:cNvPr id="65573" name="文本框 59"/>
          <p:cNvSpPr txBox="1">
            <a:spLocks noChangeArrowheads="1"/>
          </p:cNvSpPr>
          <p:nvPr/>
        </p:nvSpPr>
        <p:spPr bwMode="auto">
          <a:xfrm>
            <a:off x="6127750" y="1150938"/>
            <a:ext cx="47625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prstClr val="black"/>
                </a:solidFill>
              </a:rPr>
              <a:t>1</a:t>
            </a:r>
          </a:p>
        </p:txBody>
      </p:sp>
      <p:sp>
        <p:nvSpPr>
          <p:cNvPr id="65574" name="文本框 60"/>
          <p:cNvSpPr txBox="1">
            <a:spLocks noChangeArrowheads="1"/>
          </p:cNvSpPr>
          <p:nvPr/>
        </p:nvSpPr>
        <p:spPr bwMode="auto">
          <a:xfrm>
            <a:off x="6137275" y="1443038"/>
            <a:ext cx="47625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prstClr val="black"/>
                </a:solidFill>
              </a:rPr>
              <a:t>1</a:t>
            </a:r>
          </a:p>
        </p:txBody>
      </p:sp>
      <p:sp>
        <p:nvSpPr>
          <p:cNvPr id="65575" name="文本框 61"/>
          <p:cNvSpPr txBox="1">
            <a:spLocks noChangeArrowheads="1"/>
          </p:cNvSpPr>
          <p:nvPr/>
        </p:nvSpPr>
        <p:spPr bwMode="auto">
          <a:xfrm>
            <a:off x="6115050" y="1689100"/>
            <a:ext cx="6286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prstClr val="black"/>
                </a:solidFill>
              </a:rPr>
              <a:t>1.41</a:t>
            </a:r>
          </a:p>
        </p:txBody>
      </p:sp>
      <p:sp>
        <p:nvSpPr>
          <p:cNvPr id="65576" name="文本框 62"/>
          <p:cNvSpPr txBox="1">
            <a:spLocks noChangeArrowheads="1"/>
          </p:cNvSpPr>
          <p:nvPr/>
        </p:nvSpPr>
        <p:spPr bwMode="auto">
          <a:xfrm>
            <a:off x="6148388" y="2049463"/>
            <a:ext cx="79375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prstClr val="black"/>
                </a:solidFill>
              </a:rPr>
              <a:t>2.24</a:t>
            </a:r>
          </a:p>
        </p:txBody>
      </p:sp>
      <p:sp>
        <p:nvSpPr>
          <p:cNvPr id="65577" name="文本框 63"/>
          <p:cNvSpPr txBox="1">
            <a:spLocks noChangeArrowheads="1"/>
          </p:cNvSpPr>
          <p:nvPr/>
        </p:nvSpPr>
        <p:spPr bwMode="auto">
          <a:xfrm>
            <a:off x="6135688" y="2289175"/>
            <a:ext cx="804862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prstClr val="black"/>
                </a:solidFill>
              </a:rPr>
              <a:t>3.61</a:t>
            </a:r>
          </a:p>
        </p:txBody>
      </p:sp>
      <p:sp>
        <p:nvSpPr>
          <p:cNvPr id="65578" name="文本框 64"/>
          <p:cNvSpPr txBox="1">
            <a:spLocks noChangeArrowheads="1"/>
          </p:cNvSpPr>
          <p:nvPr/>
        </p:nvSpPr>
        <p:spPr bwMode="auto">
          <a:xfrm>
            <a:off x="6151563" y="2651125"/>
            <a:ext cx="65563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prstClr val="black"/>
                </a:solidFill>
              </a:rPr>
              <a:t>4.47</a:t>
            </a:r>
          </a:p>
        </p:txBody>
      </p:sp>
      <p:sp>
        <p:nvSpPr>
          <p:cNvPr id="65579" name="文本框 65"/>
          <p:cNvSpPr txBox="1">
            <a:spLocks noChangeArrowheads="1"/>
          </p:cNvSpPr>
          <p:nvPr/>
        </p:nvSpPr>
        <p:spPr bwMode="auto">
          <a:xfrm>
            <a:off x="6138863" y="2932113"/>
            <a:ext cx="709612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prstClr val="black"/>
                </a:solidFill>
              </a:rPr>
              <a:t>5.39</a:t>
            </a:r>
          </a:p>
        </p:txBody>
      </p:sp>
      <p:sp>
        <p:nvSpPr>
          <p:cNvPr id="65580" name="文本框 66"/>
          <p:cNvSpPr txBox="1">
            <a:spLocks noChangeArrowheads="1"/>
          </p:cNvSpPr>
          <p:nvPr/>
        </p:nvSpPr>
        <p:spPr bwMode="auto">
          <a:xfrm>
            <a:off x="6148388" y="3240088"/>
            <a:ext cx="78263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prstClr val="black"/>
                </a:solidFill>
              </a:rPr>
              <a:t>4.24</a:t>
            </a:r>
          </a:p>
        </p:txBody>
      </p:sp>
      <p:sp>
        <p:nvSpPr>
          <p:cNvPr id="65581" name="文本框 67"/>
          <p:cNvSpPr txBox="1">
            <a:spLocks noChangeArrowheads="1"/>
          </p:cNvSpPr>
          <p:nvPr/>
        </p:nvSpPr>
        <p:spPr bwMode="auto">
          <a:xfrm>
            <a:off x="6146800" y="3530600"/>
            <a:ext cx="7620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prstClr val="black"/>
                </a:solidFill>
              </a:rPr>
              <a:t>5</a:t>
            </a:r>
          </a:p>
        </p:txBody>
      </p:sp>
      <p:sp>
        <p:nvSpPr>
          <p:cNvPr id="65582" name="文本框 68"/>
          <p:cNvSpPr txBox="1">
            <a:spLocks noChangeArrowheads="1"/>
          </p:cNvSpPr>
          <p:nvPr/>
        </p:nvSpPr>
        <p:spPr bwMode="auto">
          <a:xfrm>
            <a:off x="7969250" y="823913"/>
            <a:ext cx="47625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prstClr val="black"/>
                </a:solidFill>
              </a:rPr>
              <a:t>1</a:t>
            </a:r>
          </a:p>
        </p:txBody>
      </p:sp>
      <p:sp>
        <p:nvSpPr>
          <p:cNvPr id="65583" name="文本框 69"/>
          <p:cNvSpPr txBox="1">
            <a:spLocks noChangeArrowheads="1"/>
          </p:cNvSpPr>
          <p:nvPr/>
        </p:nvSpPr>
        <p:spPr bwMode="auto">
          <a:xfrm>
            <a:off x="7961313" y="1158875"/>
            <a:ext cx="654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prstClr val="black"/>
                </a:solidFill>
              </a:rPr>
              <a:t>0</a:t>
            </a:r>
          </a:p>
        </p:txBody>
      </p:sp>
      <p:sp>
        <p:nvSpPr>
          <p:cNvPr id="65584" name="文本框 70"/>
          <p:cNvSpPr txBox="1">
            <a:spLocks noChangeArrowheads="1"/>
          </p:cNvSpPr>
          <p:nvPr/>
        </p:nvSpPr>
        <p:spPr bwMode="auto">
          <a:xfrm>
            <a:off x="7970838" y="1449388"/>
            <a:ext cx="7016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prstClr val="black"/>
                </a:solidFill>
              </a:rPr>
              <a:t>1.41</a:t>
            </a:r>
          </a:p>
        </p:txBody>
      </p:sp>
      <p:sp>
        <p:nvSpPr>
          <p:cNvPr id="65585" name="文本框 71"/>
          <p:cNvSpPr txBox="1">
            <a:spLocks noChangeArrowheads="1"/>
          </p:cNvSpPr>
          <p:nvPr/>
        </p:nvSpPr>
        <p:spPr bwMode="auto">
          <a:xfrm>
            <a:off x="7947025" y="1697038"/>
            <a:ext cx="47625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prstClr val="black"/>
                </a:solidFill>
              </a:rPr>
              <a:t>1</a:t>
            </a:r>
          </a:p>
        </p:txBody>
      </p:sp>
      <p:sp>
        <p:nvSpPr>
          <p:cNvPr id="65586" name="文本框 72"/>
          <p:cNvSpPr txBox="1">
            <a:spLocks noChangeArrowheads="1"/>
          </p:cNvSpPr>
          <p:nvPr/>
        </p:nvSpPr>
        <p:spPr bwMode="auto">
          <a:xfrm>
            <a:off x="8004175" y="2076450"/>
            <a:ext cx="7937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prstClr val="black"/>
                </a:solidFill>
              </a:rPr>
              <a:t>2</a:t>
            </a:r>
          </a:p>
        </p:txBody>
      </p:sp>
      <p:sp>
        <p:nvSpPr>
          <p:cNvPr id="65587" name="文本框 73"/>
          <p:cNvSpPr txBox="1">
            <a:spLocks noChangeArrowheads="1"/>
          </p:cNvSpPr>
          <p:nvPr/>
        </p:nvSpPr>
        <p:spPr bwMode="auto">
          <a:xfrm>
            <a:off x="7991475" y="2316163"/>
            <a:ext cx="8032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prstClr val="black"/>
                </a:solidFill>
              </a:rPr>
              <a:t>2.83</a:t>
            </a:r>
          </a:p>
        </p:txBody>
      </p:sp>
      <p:sp>
        <p:nvSpPr>
          <p:cNvPr id="65588" name="文本框 74"/>
          <p:cNvSpPr txBox="1">
            <a:spLocks noChangeArrowheads="1"/>
          </p:cNvSpPr>
          <p:nvPr/>
        </p:nvSpPr>
        <p:spPr bwMode="auto">
          <a:xfrm>
            <a:off x="7983538" y="2657475"/>
            <a:ext cx="65563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prstClr val="black"/>
                </a:solidFill>
              </a:rPr>
              <a:t>3.61</a:t>
            </a:r>
          </a:p>
        </p:txBody>
      </p:sp>
      <p:sp>
        <p:nvSpPr>
          <p:cNvPr id="65589" name="文本框 75"/>
          <p:cNvSpPr txBox="1">
            <a:spLocks noChangeArrowheads="1"/>
          </p:cNvSpPr>
          <p:nvPr/>
        </p:nvSpPr>
        <p:spPr bwMode="auto">
          <a:xfrm>
            <a:off x="7972425" y="2940050"/>
            <a:ext cx="7080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prstClr val="black"/>
                </a:solidFill>
              </a:rPr>
              <a:t>4.47</a:t>
            </a:r>
          </a:p>
        </p:txBody>
      </p:sp>
      <p:sp>
        <p:nvSpPr>
          <p:cNvPr id="65590" name="文本框 76"/>
          <p:cNvSpPr txBox="1">
            <a:spLocks noChangeArrowheads="1"/>
          </p:cNvSpPr>
          <p:nvPr/>
        </p:nvSpPr>
        <p:spPr bwMode="auto">
          <a:xfrm>
            <a:off x="7980363" y="3248025"/>
            <a:ext cx="78263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prstClr val="black"/>
                </a:solidFill>
              </a:rPr>
              <a:t>3.61</a:t>
            </a:r>
          </a:p>
        </p:txBody>
      </p:sp>
      <p:sp>
        <p:nvSpPr>
          <p:cNvPr id="65591" name="文本框 77"/>
          <p:cNvSpPr txBox="1">
            <a:spLocks noChangeArrowheads="1"/>
          </p:cNvSpPr>
          <p:nvPr/>
        </p:nvSpPr>
        <p:spPr bwMode="auto">
          <a:xfrm>
            <a:off x="7978775" y="3536950"/>
            <a:ext cx="7620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prstClr val="black"/>
                </a:solidFill>
              </a:rPr>
              <a:t>4.24</a:t>
            </a:r>
          </a:p>
        </p:txBody>
      </p:sp>
      <p:graphicFrame>
        <p:nvGraphicFramePr>
          <p:cNvPr id="65592" name="对象 79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4114800" y="2767013"/>
          <a:ext cx="9144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48" r:id="rId47" imgW="915481" imgH="215895" progId="Equation.KSEE3">
                  <p:embed/>
                </p:oleObj>
              </mc:Choice>
              <mc:Fallback>
                <p:oleObj r:id="rId47" imgW="915481" imgH="215895" progId="Equation.KSEE3">
                  <p:embed/>
                  <p:pic>
                    <p:nvPicPr>
                      <p:cNvPr id="65592" name="对象 79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2767013"/>
                        <a:ext cx="9144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93" name="文本框 80"/>
          <p:cNvSpPr txBox="1">
            <a:spLocks noChangeArrowheads="1"/>
          </p:cNvSpPr>
          <p:nvPr/>
        </p:nvSpPr>
        <p:spPr bwMode="auto">
          <a:xfrm>
            <a:off x="6813550" y="773113"/>
            <a:ext cx="3825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prstClr val="black"/>
                </a:solidFill>
              </a:rPr>
              <a:t>&lt;</a:t>
            </a:r>
          </a:p>
        </p:txBody>
      </p:sp>
      <p:sp>
        <p:nvSpPr>
          <p:cNvPr id="65594" name="文本框 81"/>
          <p:cNvSpPr txBox="1">
            <a:spLocks noChangeArrowheads="1"/>
          </p:cNvSpPr>
          <p:nvPr/>
        </p:nvSpPr>
        <p:spPr bwMode="auto">
          <a:xfrm>
            <a:off x="6815138" y="1420813"/>
            <a:ext cx="3825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prstClr val="black"/>
                </a:solidFill>
              </a:rPr>
              <a:t>&lt;</a:t>
            </a:r>
          </a:p>
        </p:txBody>
      </p:sp>
      <p:sp>
        <p:nvSpPr>
          <p:cNvPr id="65595" name="文本框 83"/>
          <p:cNvSpPr txBox="1">
            <a:spLocks noChangeArrowheads="1"/>
          </p:cNvSpPr>
          <p:nvPr/>
        </p:nvSpPr>
        <p:spPr bwMode="auto">
          <a:xfrm>
            <a:off x="6804025" y="1098550"/>
            <a:ext cx="3825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prstClr val="black"/>
                </a:solidFill>
              </a:rPr>
              <a:t>&gt;</a:t>
            </a:r>
          </a:p>
        </p:txBody>
      </p:sp>
      <p:sp>
        <p:nvSpPr>
          <p:cNvPr id="65596" name="文本框 84"/>
          <p:cNvSpPr txBox="1">
            <a:spLocks noChangeArrowheads="1"/>
          </p:cNvSpPr>
          <p:nvPr/>
        </p:nvSpPr>
        <p:spPr bwMode="auto">
          <a:xfrm>
            <a:off x="6827838" y="1633538"/>
            <a:ext cx="3825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prstClr val="black"/>
                </a:solidFill>
              </a:rPr>
              <a:t>&gt;</a:t>
            </a:r>
          </a:p>
        </p:txBody>
      </p:sp>
      <p:sp>
        <p:nvSpPr>
          <p:cNvPr id="65597" name="文本框 85"/>
          <p:cNvSpPr txBox="1">
            <a:spLocks noChangeArrowheads="1"/>
          </p:cNvSpPr>
          <p:nvPr/>
        </p:nvSpPr>
        <p:spPr bwMode="auto">
          <a:xfrm>
            <a:off x="6840538" y="2024063"/>
            <a:ext cx="3825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prstClr val="black"/>
                </a:solidFill>
              </a:rPr>
              <a:t>&gt;</a:t>
            </a:r>
          </a:p>
        </p:txBody>
      </p:sp>
      <p:sp>
        <p:nvSpPr>
          <p:cNvPr id="65598" name="文本框 86"/>
          <p:cNvSpPr txBox="1">
            <a:spLocks noChangeArrowheads="1"/>
          </p:cNvSpPr>
          <p:nvPr/>
        </p:nvSpPr>
        <p:spPr bwMode="auto">
          <a:xfrm>
            <a:off x="6842125" y="2262188"/>
            <a:ext cx="3825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prstClr val="black"/>
                </a:solidFill>
              </a:rPr>
              <a:t>&gt;</a:t>
            </a:r>
          </a:p>
        </p:txBody>
      </p:sp>
      <p:sp>
        <p:nvSpPr>
          <p:cNvPr id="65599" name="文本框 87"/>
          <p:cNvSpPr txBox="1">
            <a:spLocks noChangeArrowheads="1"/>
          </p:cNvSpPr>
          <p:nvPr/>
        </p:nvSpPr>
        <p:spPr bwMode="auto">
          <a:xfrm>
            <a:off x="6832600" y="2606675"/>
            <a:ext cx="381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prstClr val="black"/>
                </a:solidFill>
              </a:rPr>
              <a:t>&gt;</a:t>
            </a:r>
          </a:p>
        </p:txBody>
      </p:sp>
      <p:sp>
        <p:nvSpPr>
          <p:cNvPr id="65600" name="文本框 88"/>
          <p:cNvSpPr txBox="1">
            <a:spLocks noChangeArrowheads="1"/>
          </p:cNvSpPr>
          <p:nvPr/>
        </p:nvSpPr>
        <p:spPr bwMode="auto">
          <a:xfrm>
            <a:off x="6832600" y="2874963"/>
            <a:ext cx="3825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prstClr val="black"/>
                </a:solidFill>
              </a:rPr>
              <a:t>&gt;</a:t>
            </a:r>
          </a:p>
        </p:txBody>
      </p:sp>
      <p:sp>
        <p:nvSpPr>
          <p:cNvPr id="65601" name="文本框 89"/>
          <p:cNvSpPr txBox="1">
            <a:spLocks noChangeArrowheads="1"/>
          </p:cNvSpPr>
          <p:nvPr/>
        </p:nvSpPr>
        <p:spPr bwMode="auto">
          <a:xfrm>
            <a:off x="6823075" y="3190875"/>
            <a:ext cx="38258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prstClr val="black"/>
                </a:solidFill>
              </a:rPr>
              <a:t>&gt;</a:t>
            </a:r>
          </a:p>
        </p:txBody>
      </p:sp>
      <p:sp>
        <p:nvSpPr>
          <p:cNvPr id="65602" name="文本框 90"/>
          <p:cNvSpPr txBox="1">
            <a:spLocks noChangeArrowheads="1"/>
          </p:cNvSpPr>
          <p:nvPr/>
        </p:nvSpPr>
        <p:spPr bwMode="auto">
          <a:xfrm>
            <a:off x="6824663" y="3486150"/>
            <a:ext cx="3825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prstClr val="black"/>
                </a:solidFill>
              </a:rPr>
              <a:t>&gt;</a:t>
            </a:r>
          </a:p>
        </p:txBody>
      </p:sp>
      <p:sp>
        <p:nvSpPr>
          <p:cNvPr id="65603" name="文本框 91"/>
          <p:cNvSpPr txBox="1">
            <a:spLocks noChangeArrowheads="1"/>
          </p:cNvSpPr>
          <p:nvPr/>
        </p:nvSpPr>
        <p:spPr bwMode="auto">
          <a:xfrm>
            <a:off x="4727575" y="4779963"/>
            <a:ext cx="42481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/>
            <a:r>
              <a:rPr lang="en-US" altLang="zh-CN">
                <a:solidFill>
                  <a:prstClr val="black"/>
                </a:solidFill>
              </a:rPr>
              <a:t>    </a:t>
            </a:r>
            <a:r>
              <a:rPr lang="en-US" altLang="zh-CN" sz="2000">
                <a:solidFill>
                  <a:prstClr val="black"/>
                </a:solidFill>
              </a:rPr>
              <a:t>So,we classify A,C as a cluster  and B,E,D,F,G,H,I and J as another cluster.</a:t>
            </a:r>
          </a:p>
        </p:txBody>
      </p:sp>
      <p:sp>
        <p:nvSpPr>
          <p:cNvPr id="65604" name="文本框 92"/>
          <p:cNvSpPr txBox="1">
            <a:spLocks noChangeArrowheads="1"/>
          </p:cNvSpPr>
          <p:nvPr/>
        </p:nvSpPr>
        <p:spPr bwMode="auto">
          <a:xfrm>
            <a:off x="915988" y="4997450"/>
            <a:ext cx="2579687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>
                <a:solidFill>
                  <a:srgbClr val="FF0000"/>
                </a:solidFill>
              </a:rPr>
              <a:t>Step 1 and 2.</a:t>
            </a:r>
          </a:p>
        </p:txBody>
      </p:sp>
      <p:sp>
        <p:nvSpPr>
          <p:cNvPr id="94" name="圆角矩形 93"/>
          <p:cNvSpPr/>
          <p:nvPr/>
        </p:nvSpPr>
        <p:spPr>
          <a:xfrm>
            <a:off x="5419725" y="769938"/>
            <a:ext cx="3409950" cy="313531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1" lang="zh-CN" altLang="en-US" noProof="1">
              <a:solidFill>
                <a:prstClr val="white"/>
              </a:solidFill>
            </a:endParaRPr>
          </a:p>
        </p:txBody>
      </p:sp>
      <p:cxnSp>
        <p:nvCxnSpPr>
          <p:cNvPr id="95" name="直接连接符 94"/>
          <p:cNvCxnSpPr/>
          <p:nvPr/>
        </p:nvCxnSpPr>
        <p:spPr>
          <a:xfrm>
            <a:off x="5476875" y="1111250"/>
            <a:ext cx="3276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连接符 95"/>
          <p:cNvCxnSpPr/>
          <p:nvPr/>
        </p:nvCxnSpPr>
        <p:spPr>
          <a:xfrm>
            <a:off x="5489575" y="1398588"/>
            <a:ext cx="3276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连接符 96"/>
          <p:cNvCxnSpPr/>
          <p:nvPr/>
        </p:nvCxnSpPr>
        <p:spPr>
          <a:xfrm>
            <a:off x="5483225" y="1711325"/>
            <a:ext cx="3276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连接符 97"/>
          <p:cNvCxnSpPr/>
          <p:nvPr/>
        </p:nvCxnSpPr>
        <p:spPr>
          <a:xfrm>
            <a:off x="5514975" y="1992313"/>
            <a:ext cx="3276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连接符 98"/>
          <p:cNvCxnSpPr/>
          <p:nvPr/>
        </p:nvCxnSpPr>
        <p:spPr>
          <a:xfrm>
            <a:off x="5499100" y="2311400"/>
            <a:ext cx="3276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连接符 99"/>
          <p:cNvCxnSpPr/>
          <p:nvPr/>
        </p:nvCxnSpPr>
        <p:spPr>
          <a:xfrm>
            <a:off x="5492750" y="2608263"/>
            <a:ext cx="3276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接连接符 100"/>
          <p:cNvCxnSpPr/>
          <p:nvPr/>
        </p:nvCxnSpPr>
        <p:spPr>
          <a:xfrm>
            <a:off x="5486400" y="2944813"/>
            <a:ext cx="3276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连接符 101"/>
          <p:cNvCxnSpPr/>
          <p:nvPr/>
        </p:nvCxnSpPr>
        <p:spPr>
          <a:xfrm>
            <a:off x="5499100" y="3216275"/>
            <a:ext cx="3276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连接符 102"/>
          <p:cNvCxnSpPr/>
          <p:nvPr/>
        </p:nvCxnSpPr>
        <p:spPr>
          <a:xfrm>
            <a:off x="5492750" y="3513138"/>
            <a:ext cx="3276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连接符 103"/>
          <p:cNvCxnSpPr/>
          <p:nvPr/>
        </p:nvCxnSpPr>
        <p:spPr>
          <a:xfrm>
            <a:off x="6772275" y="785813"/>
            <a:ext cx="0" cy="30876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连接符 104"/>
          <p:cNvCxnSpPr/>
          <p:nvPr/>
        </p:nvCxnSpPr>
        <p:spPr>
          <a:xfrm>
            <a:off x="7251700" y="803275"/>
            <a:ext cx="0" cy="30876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圆角矩形 105"/>
          <p:cNvSpPr/>
          <p:nvPr/>
        </p:nvSpPr>
        <p:spPr>
          <a:xfrm>
            <a:off x="6800850" y="809625"/>
            <a:ext cx="428625" cy="277813"/>
          </a:xfrm>
          <a:prstGeom prst="round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1" lang="zh-CN" altLang="en-US" noProof="1">
              <a:solidFill>
                <a:prstClr val="white"/>
              </a:solidFill>
            </a:endParaRPr>
          </a:p>
        </p:txBody>
      </p:sp>
      <p:sp>
        <p:nvSpPr>
          <p:cNvPr id="107" name="圆角矩形 106"/>
          <p:cNvSpPr/>
          <p:nvPr/>
        </p:nvSpPr>
        <p:spPr>
          <a:xfrm>
            <a:off x="6804025" y="1430338"/>
            <a:ext cx="428625" cy="277812"/>
          </a:xfrm>
          <a:prstGeom prst="round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1" lang="zh-CN" altLang="en-US" noProof="1">
              <a:solidFill>
                <a:prstClr val="white"/>
              </a:solidFill>
            </a:endParaRPr>
          </a:p>
        </p:txBody>
      </p:sp>
      <p:sp>
        <p:nvSpPr>
          <p:cNvPr id="65619" name="文本框 112"/>
          <p:cNvSpPr txBox="1">
            <a:spLocks noChangeArrowheads="1"/>
          </p:cNvSpPr>
          <p:nvPr/>
        </p:nvSpPr>
        <p:spPr bwMode="auto">
          <a:xfrm>
            <a:off x="5019675" y="793750"/>
            <a:ext cx="3143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65620" name="文本框 113"/>
          <p:cNvSpPr txBox="1">
            <a:spLocks noChangeArrowheads="1"/>
          </p:cNvSpPr>
          <p:nvPr/>
        </p:nvSpPr>
        <p:spPr bwMode="auto">
          <a:xfrm>
            <a:off x="5022850" y="1112838"/>
            <a:ext cx="31432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65621" name="文本框 114"/>
          <p:cNvSpPr txBox="1">
            <a:spLocks noChangeArrowheads="1"/>
          </p:cNvSpPr>
          <p:nvPr/>
        </p:nvSpPr>
        <p:spPr bwMode="auto">
          <a:xfrm>
            <a:off x="5026025" y="1393825"/>
            <a:ext cx="3143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65622" name="文本框 115"/>
          <p:cNvSpPr txBox="1">
            <a:spLocks noChangeArrowheads="1"/>
          </p:cNvSpPr>
          <p:nvPr/>
        </p:nvSpPr>
        <p:spPr bwMode="auto">
          <a:xfrm>
            <a:off x="5019675" y="1682750"/>
            <a:ext cx="3143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0000"/>
                </a:solidFill>
              </a:rPr>
              <a:t>D</a:t>
            </a:r>
          </a:p>
        </p:txBody>
      </p:sp>
      <p:sp>
        <p:nvSpPr>
          <p:cNvPr id="65623" name="文本框 116"/>
          <p:cNvSpPr txBox="1">
            <a:spLocks noChangeArrowheads="1"/>
          </p:cNvSpPr>
          <p:nvPr/>
        </p:nvSpPr>
        <p:spPr bwMode="auto">
          <a:xfrm>
            <a:off x="5032375" y="2017713"/>
            <a:ext cx="31432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0000"/>
                </a:solidFill>
              </a:rPr>
              <a:t>E</a:t>
            </a:r>
          </a:p>
        </p:txBody>
      </p:sp>
      <p:sp>
        <p:nvSpPr>
          <p:cNvPr id="65624" name="文本框 117"/>
          <p:cNvSpPr txBox="1">
            <a:spLocks noChangeArrowheads="1"/>
          </p:cNvSpPr>
          <p:nvPr/>
        </p:nvSpPr>
        <p:spPr bwMode="auto">
          <a:xfrm>
            <a:off x="5045075" y="2314575"/>
            <a:ext cx="3143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0000"/>
                </a:solidFill>
              </a:rPr>
              <a:t>F</a:t>
            </a:r>
          </a:p>
        </p:txBody>
      </p:sp>
      <p:sp>
        <p:nvSpPr>
          <p:cNvPr id="65625" name="文本框 118"/>
          <p:cNvSpPr txBox="1">
            <a:spLocks noChangeArrowheads="1"/>
          </p:cNvSpPr>
          <p:nvPr/>
        </p:nvSpPr>
        <p:spPr bwMode="auto">
          <a:xfrm>
            <a:off x="5019675" y="2627313"/>
            <a:ext cx="31432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0000"/>
                </a:solidFill>
              </a:rPr>
              <a:t>G</a:t>
            </a:r>
          </a:p>
        </p:txBody>
      </p:sp>
      <p:sp>
        <p:nvSpPr>
          <p:cNvPr id="65626" name="文本框 119"/>
          <p:cNvSpPr txBox="1">
            <a:spLocks noChangeArrowheads="1"/>
          </p:cNvSpPr>
          <p:nvPr/>
        </p:nvSpPr>
        <p:spPr bwMode="auto">
          <a:xfrm>
            <a:off x="5022850" y="2938463"/>
            <a:ext cx="31432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0000"/>
                </a:solidFill>
              </a:rPr>
              <a:t>H</a:t>
            </a:r>
          </a:p>
        </p:txBody>
      </p:sp>
      <p:sp>
        <p:nvSpPr>
          <p:cNvPr id="65627" name="文本框 120"/>
          <p:cNvSpPr txBox="1">
            <a:spLocks noChangeArrowheads="1"/>
          </p:cNvSpPr>
          <p:nvPr/>
        </p:nvSpPr>
        <p:spPr bwMode="auto">
          <a:xfrm>
            <a:off x="5083175" y="3235325"/>
            <a:ext cx="29686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65628" name="文本框 121"/>
          <p:cNvSpPr txBox="1">
            <a:spLocks noChangeArrowheads="1"/>
          </p:cNvSpPr>
          <p:nvPr/>
        </p:nvSpPr>
        <p:spPr bwMode="auto">
          <a:xfrm>
            <a:off x="5067300" y="3524250"/>
            <a:ext cx="3143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0000"/>
                </a:solidFill>
              </a:rPr>
              <a:t>J</a:t>
            </a:r>
          </a:p>
        </p:txBody>
      </p:sp>
      <p:graphicFrame>
        <p:nvGraphicFramePr>
          <p:cNvPr id="65629" name="对象 123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5591175" y="3984625"/>
          <a:ext cx="442913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49" r:id="rId49" imgW="254702" imgH="216407" progId="Equation.KSEE3">
                  <p:embed/>
                </p:oleObj>
              </mc:Choice>
              <mc:Fallback>
                <p:oleObj r:id="rId49" imgW="254702" imgH="216407" progId="Equation.KSEE3">
                  <p:embed/>
                  <p:pic>
                    <p:nvPicPr>
                      <p:cNvPr id="65629" name="对象 123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1175" y="3984625"/>
                        <a:ext cx="442913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630" name="文本框 124"/>
          <p:cNvSpPr txBox="1">
            <a:spLocks noChangeArrowheads="1"/>
          </p:cNvSpPr>
          <p:nvPr/>
        </p:nvSpPr>
        <p:spPr bwMode="auto">
          <a:xfrm>
            <a:off x="6034088" y="3948113"/>
            <a:ext cx="31099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prstClr val="black"/>
                </a:solidFill>
              </a:rPr>
              <a:t>means distance A→B</a:t>
            </a:r>
          </a:p>
        </p:txBody>
      </p:sp>
      <p:sp>
        <p:nvSpPr>
          <p:cNvPr id="126" name="右箭头 125"/>
          <p:cNvSpPr/>
          <p:nvPr/>
        </p:nvSpPr>
        <p:spPr>
          <a:xfrm rot="5400000">
            <a:off x="6833394" y="3772694"/>
            <a:ext cx="357188" cy="1657350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1" lang="zh-CN" altLang="en-US" noProof="1">
              <a:solidFill>
                <a:prstClr val="white"/>
              </a:solidFill>
            </a:endParaRPr>
          </a:p>
        </p:txBody>
      </p:sp>
      <p:sp>
        <p:nvSpPr>
          <p:cNvPr id="127" name="右箭头 126"/>
          <p:cNvSpPr/>
          <p:nvPr/>
        </p:nvSpPr>
        <p:spPr>
          <a:xfrm>
            <a:off x="4727575" y="1847850"/>
            <a:ext cx="428625" cy="1381125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1" lang="zh-CN" altLang="en-US" noProof="1">
              <a:solidFill>
                <a:prstClr val="white"/>
              </a:solidFill>
            </a:endParaRPr>
          </a:p>
        </p:txBody>
      </p:sp>
      <p:sp>
        <p:nvSpPr>
          <p:cNvPr id="128" name="矩形 127"/>
          <p:cNvSpPr/>
          <p:nvPr/>
        </p:nvSpPr>
        <p:spPr>
          <a:xfrm>
            <a:off x="3494" y="7938"/>
            <a:ext cx="564515" cy="46166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kumimoji="1" lang="en-US" altLang="zh-CN" noProof="1">
                <a:ln w="12700">
                  <a:solidFill>
                    <a:srgbClr val="2F2F2F">
                      <a:lumMod val="75000"/>
                    </a:srgbClr>
                  </a:solidFill>
                  <a:prstDash val="solid"/>
                </a:ln>
                <a:pattFill prst="dkUpDiag">
                  <a:fgClr>
                    <a:srgbClr val="2F2F2F"/>
                  </a:fgClr>
                  <a:bgClr>
                    <a:srgbClr val="2F2F2F">
                      <a:lumMod val="20000"/>
                      <a:lumOff val="80000"/>
                    </a:srgbClr>
                  </a:bgClr>
                </a:pattFill>
                <a:effectLst>
                  <a:outerShdw dist="38100" dir="2640000" algn="bl" rotWithShape="0">
                    <a:srgbClr val="2F2F2F">
                      <a:lumMod val="75000"/>
                    </a:srgbClr>
                  </a:outerShdw>
                </a:effectLst>
                <a:latin typeface="Arial" charset="0"/>
                <a:ea typeface="宋体" charset="-122"/>
                <a:cs typeface="+mn-ea"/>
              </a:rPr>
              <a:t>5</a:t>
            </a:r>
            <a:endParaRPr kumimoji="1" lang="en-US" altLang="zh-CN" noProof="1">
              <a:ln w="12700">
                <a:solidFill>
                  <a:srgbClr val="2F2F2F">
                    <a:lumMod val="75000"/>
                  </a:srgbClr>
                </a:solidFill>
                <a:prstDash val="solid"/>
              </a:ln>
              <a:pattFill prst="dkUpDiag">
                <a:fgClr>
                  <a:srgbClr val="2F2F2F"/>
                </a:fgClr>
                <a:bgClr>
                  <a:srgbClr val="2F2F2F">
                    <a:lumMod val="20000"/>
                    <a:lumOff val="80000"/>
                  </a:srgbClr>
                </a:bgClr>
              </a:pattFill>
              <a:effectLst>
                <a:outerShdw dist="38100" dir="2640000" algn="bl" rotWithShape="0">
                  <a:srgbClr val="2F2F2F">
                    <a:lumMod val="75000"/>
                  </a:srgbClr>
                </a:outerShdw>
              </a:effectLst>
              <a:latin typeface="Times New Roman" pitchFamily="18" charset="0"/>
              <a:ea typeface="宋体" pitchFamily="2" charset="-12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29" name="墨迹 128"/>
              <p14:cNvContentPartPr/>
              <p14:nvPr/>
            </p14:nvContentPartPr>
            <p14:xfrm>
              <a:off x="977900" y="2296583"/>
              <a:ext cx="63500" cy="95250"/>
            </p14:xfrm>
          </p:contentPart>
        </mc:Choice>
        <mc:Fallback xmlns="">
          <p:pic>
            <p:nvPicPr>
              <p:cNvPr id="129" name="墨迹 128"/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968519" y="2287238"/>
                <a:ext cx="82261" cy="11394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30" name="墨迹 129"/>
              <p14:cNvContentPartPr/>
              <p14:nvPr/>
            </p14:nvContentPartPr>
            <p14:xfrm>
              <a:off x="946150" y="2312458"/>
              <a:ext cx="152400" cy="68792"/>
            </p14:xfrm>
          </p:contentPart>
        </mc:Choice>
        <mc:Fallback xmlns="">
          <p:pic>
            <p:nvPicPr>
              <p:cNvPr id="130" name="墨迹 129"/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936783" y="2303094"/>
                <a:ext cx="171135" cy="8752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31" name="墨迹 130"/>
              <p14:cNvContentPartPr/>
              <p14:nvPr/>
            </p14:nvContentPartPr>
            <p14:xfrm>
              <a:off x="1593850" y="2291292"/>
              <a:ext cx="114300" cy="111125"/>
            </p14:xfrm>
          </p:contentPart>
        </mc:Choice>
        <mc:Fallback xmlns="">
          <p:pic>
            <p:nvPicPr>
              <p:cNvPr id="131" name="墨迹 130"/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1584505" y="2281911"/>
                <a:ext cx="132991" cy="1298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32" name="墨迹 131"/>
              <p14:cNvContentPartPr/>
              <p14:nvPr/>
            </p14:nvContentPartPr>
            <p14:xfrm>
              <a:off x="1581150" y="2301875"/>
              <a:ext cx="146050" cy="79375"/>
            </p14:xfrm>
          </p:contentPart>
        </mc:Choice>
        <mc:Fallback xmlns="">
          <p:pic>
            <p:nvPicPr>
              <p:cNvPr id="132" name="墨迹 131"/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1571797" y="2292494"/>
                <a:ext cx="164756" cy="98136"/>
              </a:xfrm>
              <a:prstGeom prst="rect">
                <a:avLst/>
              </a:prstGeom>
            </p:spPr>
          </p:pic>
        </mc:Fallback>
      </mc:AlternateContent>
      <p:cxnSp>
        <p:nvCxnSpPr>
          <p:cNvPr id="6" name="直接箭头连接符 5"/>
          <p:cNvCxnSpPr>
            <a:stCxn id="65541" idx="2"/>
          </p:cNvCxnSpPr>
          <p:nvPr/>
        </p:nvCxnSpPr>
        <p:spPr>
          <a:xfrm>
            <a:off x="996950" y="1966913"/>
            <a:ext cx="6350" cy="338137"/>
          </a:xfrm>
          <a:prstGeom prst="straightConnector1">
            <a:avLst/>
          </a:prstGeom>
          <a:ln w="15875">
            <a:solidFill>
              <a:schemeClr val="accent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/>
          <p:cNvCxnSpPr>
            <a:stCxn id="65541" idx="2"/>
          </p:cNvCxnSpPr>
          <p:nvPr/>
        </p:nvCxnSpPr>
        <p:spPr>
          <a:xfrm>
            <a:off x="996950" y="1966913"/>
            <a:ext cx="598488" cy="344487"/>
          </a:xfrm>
          <a:prstGeom prst="straightConnector1">
            <a:avLst/>
          </a:prstGeom>
          <a:ln w="15875">
            <a:solidFill>
              <a:schemeClr val="accent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5640" name="对象 22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598488" y="1960563"/>
          <a:ext cx="350837" cy="250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50" r:id="rId59" imgW="266715" imgH="228870" progId="Equation.KSEE3">
                  <p:embed/>
                </p:oleObj>
              </mc:Choice>
              <mc:Fallback>
                <p:oleObj r:id="rId59" imgW="266715" imgH="228870" progId="Equation.KSEE3">
                  <p:embed/>
                  <p:pic>
                    <p:nvPicPr>
                      <p:cNvPr id="65640" name="对象 22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488" y="1960563"/>
                        <a:ext cx="350837" cy="250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641" name="对象 42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1293813" y="1968500"/>
          <a:ext cx="334962" cy="249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51" r:id="rId61" imgW="254100" imgH="228870" progId="Equation.KSEE3">
                  <p:embed/>
                </p:oleObj>
              </mc:Choice>
              <mc:Fallback>
                <p:oleObj r:id="rId61" imgW="254100" imgH="228870" progId="Equation.KSEE3">
                  <p:embed/>
                  <p:pic>
                    <p:nvPicPr>
                      <p:cNvPr id="65641" name="对象 42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3813" y="1968500"/>
                        <a:ext cx="334962" cy="249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62968055"/>
      </p:ext>
    </p:extLst>
  </p:cSld>
  <p:clrMapOvr>
    <a:masterClrMapping/>
  </p:clrMapOvr>
  <p:transition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6562" name="对象 19"/>
          <p:cNvGraphicFramePr>
            <a:graphicFrameLocks/>
          </p:cNvGraphicFramePr>
          <p:nvPr/>
        </p:nvGraphicFramePr>
        <p:xfrm>
          <a:off x="180975" y="639763"/>
          <a:ext cx="4841875" cy="3754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51" r:id="rId4" imgW="4847619" imgH="4514286" progId="excel.sheet.8">
                  <p:embed/>
                </p:oleObj>
              </mc:Choice>
              <mc:Fallback>
                <p:oleObj r:id="rId4" imgW="4847619" imgH="4514286" progId="excel.sheet.8">
                  <p:embed/>
                  <p:pic>
                    <p:nvPicPr>
                      <p:cNvPr id="66562" name="对象 19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975" y="639763"/>
                        <a:ext cx="4841875" cy="3754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63" name="文本框 2"/>
          <p:cNvSpPr txBox="1">
            <a:spLocks noChangeArrowheads="1"/>
          </p:cNvSpPr>
          <p:nvPr/>
        </p:nvSpPr>
        <p:spPr bwMode="auto">
          <a:xfrm>
            <a:off x="541338" y="2379663"/>
            <a:ext cx="102393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400">
                <a:solidFill>
                  <a:prstClr val="black"/>
                </a:solidFill>
              </a:rPr>
              <a:t>A(1,4)</a:t>
            </a:r>
          </a:p>
        </p:txBody>
      </p:sp>
      <p:sp>
        <p:nvSpPr>
          <p:cNvPr id="66564" name="文本框 5"/>
          <p:cNvSpPr txBox="1">
            <a:spLocks noChangeArrowheads="1"/>
          </p:cNvSpPr>
          <p:nvPr/>
        </p:nvSpPr>
        <p:spPr bwMode="auto">
          <a:xfrm>
            <a:off x="1333500" y="2379663"/>
            <a:ext cx="10223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400">
                <a:solidFill>
                  <a:prstClr val="black"/>
                </a:solidFill>
              </a:rPr>
              <a:t>B(2,4)</a:t>
            </a:r>
          </a:p>
        </p:txBody>
      </p:sp>
      <p:sp>
        <p:nvSpPr>
          <p:cNvPr id="66565" name="文本框 9"/>
          <p:cNvSpPr txBox="1">
            <a:spLocks noChangeArrowheads="1"/>
          </p:cNvSpPr>
          <p:nvPr/>
        </p:nvSpPr>
        <p:spPr bwMode="auto">
          <a:xfrm>
            <a:off x="684213" y="1779588"/>
            <a:ext cx="36353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400">
                <a:solidFill>
                  <a:prstClr val="black"/>
                </a:solidFill>
              </a:rPr>
              <a:t>C</a:t>
            </a:r>
          </a:p>
        </p:txBody>
      </p:sp>
      <p:sp>
        <p:nvSpPr>
          <p:cNvPr id="66566" name="文本框 10"/>
          <p:cNvSpPr txBox="1">
            <a:spLocks noChangeArrowheads="1"/>
          </p:cNvSpPr>
          <p:nvPr/>
        </p:nvSpPr>
        <p:spPr bwMode="auto">
          <a:xfrm>
            <a:off x="1260475" y="1779588"/>
            <a:ext cx="3651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400">
                <a:solidFill>
                  <a:prstClr val="black"/>
                </a:solidFill>
              </a:rPr>
              <a:t>D</a:t>
            </a:r>
          </a:p>
        </p:txBody>
      </p:sp>
      <p:sp>
        <p:nvSpPr>
          <p:cNvPr id="66567" name="文本框 11"/>
          <p:cNvSpPr txBox="1">
            <a:spLocks noChangeArrowheads="1"/>
          </p:cNvSpPr>
          <p:nvPr/>
        </p:nvSpPr>
        <p:spPr bwMode="auto">
          <a:xfrm>
            <a:off x="1331913" y="1298575"/>
            <a:ext cx="36353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400">
                <a:solidFill>
                  <a:prstClr val="black"/>
                </a:solidFill>
              </a:rPr>
              <a:t>E</a:t>
            </a:r>
          </a:p>
        </p:txBody>
      </p:sp>
      <p:sp>
        <p:nvSpPr>
          <p:cNvPr id="66568" name="文本框 14"/>
          <p:cNvSpPr txBox="1">
            <a:spLocks noChangeArrowheads="1"/>
          </p:cNvSpPr>
          <p:nvPr/>
        </p:nvSpPr>
        <p:spPr bwMode="auto">
          <a:xfrm>
            <a:off x="2557463" y="3100388"/>
            <a:ext cx="363537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400">
                <a:solidFill>
                  <a:prstClr val="black"/>
                </a:solidFill>
              </a:rPr>
              <a:t>F</a:t>
            </a:r>
          </a:p>
        </p:txBody>
      </p:sp>
      <p:sp>
        <p:nvSpPr>
          <p:cNvPr id="66569" name="文本框 15"/>
          <p:cNvSpPr txBox="1">
            <a:spLocks noChangeArrowheads="1"/>
          </p:cNvSpPr>
          <p:nvPr/>
        </p:nvSpPr>
        <p:spPr bwMode="auto">
          <a:xfrm>
            <a:off x="2557463" y="3519488"/>
            <a:ext cx="36353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400">
                <a:solidFill>
                  <a:prstClr val="black"/>
                </a:solidFill>
              </a:rPr>
              <a:t>I</a:t>
            </a:r>
          </a:p>
        </p:txBody>
      </p:sp>
      <p:sp>
        <p:nvSpPr>
          <p:cNvPr id="66570" name="文本框 16"/>
          <p:cNvSpPr txBox="1">
            <a:spLocks noChangeArrowheads="1"/>
          </p:cNvSpPr>
          <p:nvPr/>
        </p:nvSpPr>
        <p:spPr bwMode="auto">
          <a:xfrm>
            <a:off x="3205163" y="3100388"/>
            <a:ext cx="436562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400">
                <a:solidFill>
                  <a:prstClr val="black"/>
                </a:solidFill>
              </a:rPr>
              <a:t>G</a:t>
            </a:r>
          </a:p>
        </p:txBody>
      </p:sp>
      <p:sp>
        <p:nvSpPr>
          <p:cNvPr id="66571" name="文本框 17"/>
          <p:cNvSpPr txBox="1">
            <a:spLocks noChangeArrowheads="1"/>
          </p:cNvSpPr>
          <p:nvPr/>
        </p:nvSpPr>
        <p:spPr bwMode="auto">
          <a:xfrm>
            <a:off x="3205163" y="3519488"/>
            <a:ext cx="36353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400">
                <a:solidFill>
                  <a:prstClr val="black"/>
                </a:solidFill>
              </a:rPr>
              <a:t>J</a:t>
            </a:r>
          </a:p>
        </p:txBody>
      </p:sp>
      <p:sp>
        <p:nvSpPr>
          <p:cNvPr id="66572" name="文本框 18"/>
          <p:cNvSpPr txBox="1">
            <a:spLocks noChangeArrowheads="1"/>
          </p:cNvSpPr>
          <p:nvPr/>
        </p:nvSpPr>
        <p:spPr bwMode="auto">
          <a:xfrm>
            <a:off x="3852863" y="3100388"/>
            <a:ext cx="363537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400">
                <a:solidFill>
                  <a:prstClr val="black"/>
                </a:solidFill>
              </a:rPr>
              <a:t>H</a:t>
            </a:r>
          </a:p>
        </p:txBody>
      </p:sp>
      <p:sp>
        <p:nvSpPr>
          <p:cNvPr id="66573" name="文本框 3"/>
          <p:cNvSpPr txBox="1">
            <a:spLocks noChangeArrowheads="1"/>
          </p:cNvSpPr>
          <p:nvPr/>
        </p:nvSpPr>
        <p:spPr bwMode="auto">
          <a:xfrm>
            <a:off x="417513" y="4471988"/>
            <a:ext cx="40306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400">
                <a:solidFill>
                  <a:prstClr val="black"/>
                </a:solidFill>
              </a:rPr>
              <a:t>Randomly choose A,B as the centre and K=2.</a:t>
            </a:r>
          </a:p>
        </p:txBody>
      </p:sp>
      <p:sp>
        <p:nvSpPr>
          <p:cNvPr id="66574" name="文本框 4"/>
          <p:cNvSpPr txBox="1">
            <a:spLocks noChangeArrowheads="1"/>
          </p:cNvSpPr>
          <p:nvPr/>
        </p:nvSpPr>
        <p:spPr bwMode="auto">
          <a:xfrm>
            <a:off x="3559175" y="38100"/>
            <a:ext cx="177165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prstClr val="black"/>
                </a:solidFill>
              </a:rPr>
              <a:t>Example</a:t>
            </a:r>
          </a:p>
        </p:txBody>
      </p:sp>
      <p:graphicFrame>
        <p:nvGraphicFramePr>
          <p:cNvPr id="66575" name="对象 79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4114800" y="2767013"/>
          <a:ext cx="9144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52" r:id="rId6" imgW="915481" imgH="215895" progId="Equation.KSEE3">
                  <p:embed/>
                </p:oleObj>
              </mc:Choice>
              <mc:Fallback>
                <p:oleObj r:id="rId6" imgW="915481" imgH="215895" progId="Equation.KSEE3">
                  <p:embed/>
                  <p:pic>
                    <p:nvPicPr>
                      <p:cNvPr id="66575" name="对象 79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2767013"/>
                        <a:ext cx="9144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" name="墨迹 7"/>
              <p14:cNvContentPartPr/>
              <p14:nvPr/>
            </p14:nvContentPartPr>
            <p14:xfrm>
              <a:off x="596900" y="1645709"/>
              <a:ext cx="800100" cy="1185333"/>
            </p14:xfrm>
          </p:contentPart>
        </mc:Choice>
        <mc:Fallback xmlns="">
          <p:pic>
            <p:nvPicPr>
              <p:cNvPr id="8" name="墨迹 7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87542" y="1636350"/>
                <a:ext cx="818816" cy="120405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9" name="墨迹 8"/>
              <p14:cNvContentPartPr/>
              <p14:nvPr/>
            </p14:nvContentPartPr>
            <p14:xfrm>
              <a:off x="1504950" y="1100667"/>
              <a:ext cx="3054350" cy="2746375"/>
            </p14:xfrm>
          </p:contentPart>
        </mc:Choice>
        <mc:Fallback xmlns="">
          <p:pic>
            <p:nvPicPr>
              <p:cNvPr id="9" name="墨迹 8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495590" y="1091307"/>
                <a:ext cx="3073071" cy="2765095"/>
              </a:xfrm>
              <a:prstGeom prst="rect">
                <a:avLst/>
              </a:prstGeom>
            </p:spPr>
          </p:pic>
        </mc:Fallback>
      </mc:AlternateContent>
      <p:sp>
        <p:nvSpPr>
          <p:cNvPr id="66578" name="文本框 92"/>
          <p:cNvSpPr txBox="1">
            <a:spLocks noChangeArrowheads="1"/>
          </p:cNvSpPr>
          <p:nvPr/>
        </p:nvSpPr>
        <p:spPr bwMode="auto">
          <a:xfrm>
            <a:off x="915988" y="4989513"/>
            <a:ext cx="15716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>
                <a:solidFill>
                  <a:srgbClr val="FF0000"/>
                </a:solidFill>
              </a:rPr>
              <a:t>Step 3.</a:t>
            </a:r>
          </a:p>
        </p:txBody>
      </p:sp>
      <p:graphicFrame>
        <p:nvGraphicFramePr>
          <p:cNvPr id="66579" name="对象 9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5375275" y="755650"/>
          <a:ext cx="323215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53" r:id="rId12" imgW="1449272" imgH="457741" progId="Equation.KSEE3">
                  <p:embed/>
                </p:oleObj>
              </mc:Choice>
              <mc:Fallback>
                <p:oleObj r:id="rId12" imgW="1449272" imgH="457741" progId="Equation.KSEE3">
                  <p:embed/>
                  <p:pic>
                    <p:nvPicPr>
                      <p:cNvPr id="66579" name="对象 9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5275" y="755650"/>
                        <a:ext cx="323215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80" name="对象 13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5029200" y="2022475"/>
          <a:ext cx="3886200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54" r:id="rId14" imgW="1740565" imgH="393635" progId="Equation.KSEE3">
                  <p:embed/>
                </p:oleObj>
              </mc:Choice>
              <mc:Fallback>
                <p:oleObj r:id="rId14" imgW="1740565" imgH="393635" progId="Equation.KSEE3">
                  <p:embed/>
                  <p:pic>
                    <p:nvPicPr>
                      <p:cNvPr id="66580" name="对象 13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2022475"/>
                        <a:ext cx="3886200" cy="73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81" name="对象 14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5033963" y="2994025"/>
          <a:ext cx="3990975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55" r:id="rId16" imgW="1765775" imgH="241295" progId="Equation.KSEE3">
                  <p:embed/>
                </p:oleObj>
              </mc:Choice>
              <mc:Fallback>
                <p:oleObj r:id="rId16" imgW="1765775" imgH="241295" progId="Equation.KSEE3">
                  <p:embed/>
                  <p:pic>
                    <p:nvPicPr>
                      <p:cNvPr id="66581" name="对象 14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3963" y="2994025"/>
                        <a:ext cx="3990975" cy="455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82" name="文本框 15"/>
          <p:cNvSpPr txBox="1">
            <a:spLocks noChangeArrowheads="1"/>
          </p:cNvSpPr>
          <p:nvPr/>
        </p:nvSpPr>
        <p:spPr bwMode="auto">
          <a:xfrm>
            <a:off x="5170488" y="4038600"/>
            <a:ext cx="3638550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/>
            <a:r>
              <a:rPr lang="en-US" altLang="zh-CN">
                <a:solidFill>
                  <a:prstClr val="black"/>
                </a:solidFill>
              </a:rPr>
              <a:t> </a:t>
            </a:r>
            <a:r>
              <a:rPr lang="en-US" altLang="zh-CN" sz="2800">
                <a:solidFill>
                  <a:prstClr val="black"/>
                </a:solidFill>
              </a:rPr>
              <a:t>  The new centers of the two clusters are (1,4.5) and (3.75,2.875)</a:t>
            </a:r>
          </a:p>
        </p:txBody>
      </p:sp>
      <p:sp>
        <p:nvSpPr>
          <p:cNvPr id="17" name="圆角矩形 16"/>
          <p:cNvSpPr/>
          <p:nvPr/>
        </p:nvSpPr>
        <p:spPr>
          <a:xfrm>
            <a:off x="4953000" y="1949450"/>
            <a:ext cx="4124325" cy="173037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1" lang="zh-CN" altLang="en-US" noProof="1">
              <a:solidFill>
                <a:prstClr val="white"/>
              </a:solidFill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4927600" y="3887788"/>
            <a:ext cx="4124325" cy="173037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1" lang="zh-CN" altLang="en-US" noProof="1">
              <a:solidFill>
                <a:prstClr val="white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3494" y="7938"/>
            <a:ext cx="564515" cy="46166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kumimoji="1" lang="en-US" altLang="zh-CN" noProof="1">
                <a:ln w="12700">
                  <a:solidFill>
                    <a:srgbClr val="2F2F2F">
                      <a:lumMod val="75000"/>
                    </a:srgbClr>
                  </a:solidFill>
                  <a:prstDash val="solid"/>
                </a:ln>
                <a:pattFill prst="dkUpDiag">
                  <a:fgClr>
                    <a:srgbClr val="2F2F2F"/>
                  </a:fgClr>
                  <a:bgClr>
                    <a:srgbClr val="2F2F2F">
                      <a:lumMod val="20000"/>
                      <a:lumOff val="80000"/>
                    </a:srgbClr>
                  </a:bgClr>
                </a:pattFill>
                <a:effectLst>
                  <a:outerShdw dist="38100" dir="2640000" algn="bl" rotWithShape="0">
                    <a:srgbClr val="2F2F2F">
                      <a:lumMod val="75000"/>
                    </a:srgbClr>
                  </a:outerShdw>
                </a:effectLst>
                <a:latin typeface="Arial" charset="0"/>
                <a:ea typeface="宋体" charset="-122"/>
                <a:cs typeface="+mn-ea"/>
              </a:rPr>
              <a:t>6</a:t>
            </a:r>
            <a:endParaRPr kumimoji="1" lang="en-US" altLang="zh-CN" noProof="1">
              <a:ln w="12700">
                <a:solidFill>
                  <a:srgbClr val="2F2F2F">
                    <a:lumMod val="75000"/>
                  </a:srgbClr>
                </a:solidFill>
                <a:prstDash val="solid"/>
              </a:ln>
              <a:pattFill prst="dkUpDiag">
                <a:fgClr>
                  <a:srgbClr val="2F2F2F"/>
                </a:fgClr>
                <a:bgClr>
                  <a:srgbClr val="2F2F2F">
                    <a:lumMod val="20000"/>
                    <a:lumOff val="80000"/>
                  </a:srgbClr>
                </a:bgClr>
              </a:pattFill>
              <a:effectLst>
                <a:outerShdw dist="38100" dir="2640000" algn="bl" rotWithShape="0">
                  <a:srgbClr val="2F2F2F">
                    <a:lumMod val="75000"/>
                  </a:srgbClr>
                </a:outerShdw>
              </a:effectLst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66586" name="文本框 78"/>
          <p:cNvSpPr txBox="1">
            <a:spLocks noChangeArrowheads="1"/>
          </p:cNvSpPr>
          <p:nvPr/>
        </p:nvSpPr>
        <p:spPr bwMode="auto">
          <a:xfrm>
            <a:off x="295275" y="2901950"/>
            <a:ext cx="11811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0000"/>
                </a:solidFill>
              </a:rPr>
              <a:t>cluster 1</a:t>
            </a:r>
          </a:p>
        </p:txBody>
      </p:sp>
      <p:sp>
        <p:nvSpPr>
          <p:cNvPr id="66587" name="文本框 82"/>
          <p:cNvSpPr txBox="1">
            <a:spLocks noChangeArrowheads="1"/>
          </p:cNvSpPr>
          <p:nvPr/>
        </p:nvSpPr>
        <p:spPr bwMode="auto">
          <a:xfrm>
            <a:off x="3298825" y="1498600"/>
            <a:ext cx="118110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0000"/>
                </a:solidFill>
              </a:rPr>
              <a:t>cluster 2</a:t>
            </a:r>
          </a:p>
        </p:txBody>
      </p:sp>
      <p:sp>
        <p:nvSpPr>
          <p:cNvPr id="66588" name="文本框 123"/>
          <p:cNvSpPr txBox="1">
            <a:spLocks noChangeArrowheads="1"/>
          </p:cNvSpPr>
          <p:nvPr/>
        </p:nvSpPr>
        <p:spPr bwMode="auto">
          <a:xfrm>
            <a:off x="6003925" y="2654300"/>
            <a:ext cx="16462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0000"/>
                </a:solidFill>
              </a:rPr>
              <a:t>new center</a:t>
            </a:r>
          </a:p>
        </p:txBody>
      </p:sp>
    </p:spTree>
    <p:extLst>
      <p:ext uri="{BB962C8B-B14F-4D97-AF65-F5344CB8AC3E}">
        <p14:creationId xmlns:p14="http://schemas.microsoft.com/office/powerpoint/2010/main" val="2363744879"/>
      </p:ext>
    </p:extLst>
  </p:cSld>
  <p:clrMapOvr>
    <a:masterClrMapping/>
  </p:clrMapOvr>
  <p:transition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7586" name="内容占位符 30"/>
          <p:cNvGraphicFramePr>
            <a:graphicFrameLocks noGrp="1"/>
          </p:cNvGraphicFramePr>
          <p:nvPr>
            <p:ph idx="1"/>
          </p:nvPr>
        </p:nvGraphicFramePr>
        <p:xfrm>
          <a:off x="49213" y="611188"/>
          <a:ext cx="4859337" cy="3771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55" r:id="rId4" imgW="4866667" imgH="4533333" progId="excel.sheet.8">
                  <p:embed/>
                </p:oleObj>
              </mc:Choice>
              <mc:Fallback>
                <p:oleObj r:id="rId4" imgW="4866667" imgH="4533333" progId="excel.sheet.8">
                  <p:embed/>
                  <p:pic>
                    <p:nvPicPr>
                      <p:cNvPr id="67586" name="内容占位符 30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13" y="611188"/>
                        <a:ext cx="4859337" cy="3771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587" name="文本框 18"/>
          <p:cNvSpPr txBox="1">
            <a:spLocks noChangeArrowheads="1"/>
          </p:cNvSpPr>
          <p:nvPr/>
        </p:nvSpPr>
        <p:spPr bwMode="auto">
          <a:xfrm>
            <a:off x="776288" y="2374900"/>
            <a:ext cx="3841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400">
                <a:solidFill>
                  <a:prstClr val="black"/>
                </a:solidFill>
              </a:rPr>
              <a:t>A</a:t>
            </a:r>
          </a:p>
        </p:txBody>
      </p:sp>
      <p:sp>
        <p:nvSpPr>
          <p:cNvPr id="67588" name="文本框 19"/>
          <p:cNvSpPr txBox="1">
            <a:spLocks noChangeArrowheads="1"/>
          </p:cNvSpPr>
          <p:nvPr/>
        </p:nvSpPr>
        <p:spPr bwMode="auto">
          <a:xfrm>
            <a:off x="1425575" y="2374900"/>
            <a:ext cx="2968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400">
                <a:solidFill>
                  <a:prstClr val="black"/>
                </a:solidFill>
              </a:rPr>
              <a:t>B</a:t>
            </a:r>
          </a:p>
        </p:txBody>
      </p:sp>
      <p:sp>
        <p:nvSpPr>
          <p:cNvPr id="67589" name="文本框 20"/>
          <p:cNvSpPr txBox="1">
            <a:spLocks noChangeArrowheads="1"/>
          </p:cNvSpPr>
          <p:nvPr/>
        </p:nvSpPr>
        <p:spPr bwMode="auto">
          <a:xfrm>
            <a:off x="561975" y="1774825"/>
            <a:ext cx="363538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400">
                <a:solidFill>
                  <a:prstClr val="black"/>
                </a:solidFill>
              </a:rPr>
              <a:t>C</a:t>
            </a:r>
          </a:p>
        </p:txBody>
      </p:sp>
      <p:sp>
        <p:nvSpPr>
          <p:cNvPr id="67590" name="文本框 21"/>
          <p:cNvSpPr txBox="1">
            <a:spLocks noChangeArrowheads="1"/>
          </p:cNvSpPr>
          <p:nvPr/>
        </p:nvSpPr>
        <p:spPr bwMode="auto">
          <a:xfrm>
            <a:off x="1568450" y="1774825"/>
            <a:ext cx="363538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400">
                <a:solidFill>
                  <a:prstClr val="black"/>
                </a:solidFill>
              </a:rPr>
              <a:t>D</a:t>
            </a:r>
          </a:p>
        </p:txBody>
      </p:sp>
      <p:sp>
        <p:nvSpPr>
          <p:cNvPr id="67591" name="文本框 22"/>
          <p:cNvSpPr txBox="1">
            <a:spLocks noChangeArrowheads="1"/>
          </p:cNvSpPr>
          <p:nvPr/>
        </p:nvSpPr>
        <p:spPr bwMode="auto">
          <a:xfrm>
            <a:off x="1136650" y="1354138"/>
            <a:ext cx="3651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400">
                <a:solidFill>
                  <a:prstClr val="black"/>
                </a:solidFill>
              </a:rPr>
              <a:t>E</a:t>
            </a:r>
          </a:p>
        </p:txBody>
      </p:sp>
      <p:sp>
        <p:nvSpPr>
          <p:cNvPr id="67592" name="文本框 23"/>
          <p:cNvSpPr txBox="1">
            <a:spLocks noChangeArrowheads="1"/>
          </p:cNvSpPr>
          <p:nvPr/>
        </p:nvSpPr>
        <p:spPr bwMode="auto">
          <a:xfrm>
            <a:off x="2578100" y="3094038"/>
            <a:ext cx="3635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400">
                <a:solidFill>
                  <a:prstClr val="black"/>
                </a:solidFill>
              </a:rPr>
              <a:t>F</a:t>
            </a:r>
          </a:p>
        </p:txBody>
      </p:sp>
      <p:sp>
        <p:nvSpPr>
          <p:cNvPr id="67593" name="文本框 24"/>
          <p:cNvSpPr txBox="1">
            <a:spLocks noChangeArrowheads="1"/>
          </p:cNvSpPr>
          <p:nvPr/>
        </p:nvSpPr>
        <p:spPr bwMode="auto">
          <a:xfrm>
            <a:off x="2578100" y="3575050"/>
            <a:ext cx="3635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400">
                <a:solidFill>
                  <a:prstClr val="black"/>
                </a:solidFill>
              </a:rPr>
              <a:t>I</a:t>
            </a:r>
          </a:p>
        </p:txBody>
      </p:sp>
      <p:sp>
        <p:nvSpPr>
          <p:cNvPr id="67594" name="文本框 25"/>
          <p:cNvSpPr txBox="1">
            <a:spLocks noChangeArrowheads="1"/>
          </p:cNvSpPr>
          <p:nvPr/>
        </p:nvSpPr>
        <p:spPr bwMode="auto">
          <a:xfrm>
            <a:off x="3152775" y="3154363"/>
            <a:ext cx="4365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400">
                <a:solidFill>
                  <a:prstClr val="black"/>
                </a:solidFill>
              </a:rPr>
              <a:t>G</a:t>
            </a:r>
          </a:p>
        </p:txBody>
      </p:sp>
      <p:sp>
        <p:nvSpPr>
          <p:cNvPr id="67595" name="文本框 26"/>
          <p:cNvSpPr txBox="1">
            <a:spLocks noChangeArrowheads="1"/>
          </p:cNvSpPr>
          <p:nvPr/>
        </p:nvSpPr>
        <p:spPr bwMode="auto">
          <a:xfrm>
            <a:off x="3225800" y="3575050"/>
            <a:ext cx="3635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400">
                <a:solidFill>
                  <a:prstClr val="black"/>
                </a:solidFill>
              </a:rPr>
              <a:t>J</a:t>
            </a:r>
          </a:p>
        </p:txBody>
      </p:sp>
      <p:sp>
        <p:nvSpPr>
          <p:cNvPr id="67596" name="文本框 27"/>
          <p:cNvSpPr txBox="1">
            <a:spLocks noChangeArrowheads="1"/>
          </p:cNvSpPr>
          <p:nvPr/>
        </p:nvSpPr>
        <p:spPr bwMode="auto">
          <a:xfrm>
            <a:off x="3802063" y="3154363"/>
            <a:ext cx="36353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400">
                <a:solidFill>
                  <a:prstClr val="black"/>
                </a:solidFill>
              </a:rPr>
              <a:t>H</a:t>
            </a:r>
          </a:p>
        </p:txBody>
      </p:sp>
      <p:sp>
        <p:nvSpPr>
          <p:cNvPr id="67597" name="文本框 28"/>
          <p:cNvSpPr txBox="1">
            <a:spLocks noChangeArrowheads="1"/>
          </p:cNvSpPr>
          <p:nvPr/>
        </p:nvSpPr>
        <p:spPr bwMode="auto">
          <a:xfrm>
            <a:off x="927100" y="1992313"/>
            <a:ext cx="9445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400">
                <a:solidFill>
                  <a:prstClr val="black"/>
                </a:solidFill>
              </a:rPr>
              <a:t>α(1,4.5)</a:t>
            </a:r>
          </a:p>
        </p:txBody>
      </p:sp>
      <p:sp>
        <p:nvSpPr>
          <p:cNvPr id="67598" name="文本框 29"/>
          <p:cNvSpPr txBox="1">
            <a:spLocks noChangeArrowheads="1"/>
          </p:cNvSpPr>
          <p:nvPr/>
        </p:nvSpPr>
        <p:spPr bwMode="auto">
          <a:xfrm>
            <a:off x="2632075" y="2635250"/>
            <a:ext cx="13541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400">
                <a:solidFill>
                  <a:prstClr val="black"/>
                </a:solidFill>
              </a:rPr>
              <a:t>β(3.75,2.875)</a:t>
            </a:r>
          </a:p>
        </p:txBody>
      </p:sp>
      <p:sp>
        <p:nvSpPr>
          <p:cNvPr id="67599" name="文本框 4"/>
          <p:cNvSpPr txBox="1">
            <a:spLocks noChangeArrowheads="1"/>
          </p:cNvSpPr>
          <p:nvPr/>
        </p:nvSpPr>
        <p:spPr bwMode="auto">
          <a:xfrm>
            <a:off x="3559175" y="38100"/>
            <a:ext cx="177165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prstClr val="black"/>
                </a:solidFill>
              </a:rPr>
              <a:t>Example</a:t>
            </a:r>
          </a:p>
        </p:txBody>
      </p:sp>
      <p:pic>
        <p:nvPicPr>
          <p:cNvPr id="67600" name="图片 99"/>
          <p:cNvPicPr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5500" y="696913"/>
            <a:ext cx="1752600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67601" name="对象 2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5556250" y="1057275"/>
          <a:ext cx="484188" cy="250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56" r:id="rId7" imgW="369298" imgH="229232" progId="Equation.KSEE3">
                  <p:embed/>
                </p:oleObj>
              </mc:Choice>
              <mc:Fallback>
                <p:oleObj r:id="rId7" imgW="369298" imgH="229232" progId="Equation.KSEE3">
                  <p:embed/>
                  <p:pic>
                    <p:nvPicPr>
                      <p:cNvPr id="67601" name="对象 2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6250" y="1057275"/>
                        <a:ext cx="484188" cy="250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602" name="对象 20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5554663" y="1343025"/>
          <a:ext cx="501650" cy="249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57" r:id="rId9" imgW="381933" imgH="229232" progId="Equation.KSEE3">
                  <p:embed/>
                </p:oleObj>
              </mc:Choice>
              <mc:Fallback>
                <p:oleObj r:id="rId9" imgW="381933" imgH="229232" progId="Equation.KSEE3">
                  <p:embed/>
                  <p:pic>
                    <p:nvPicPr>
                      <p:cNvPr id="67602" name="对象 20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4663" y="1343025"/>
                        <a:ext cx="501650" cy="249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603" name="对象 22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5553075" y="1687513"/>
          <a:ext cx="501650" cy="250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58" r:id="rId11" imgW="381933" imgH="229232" progId="Equation.KSEE3">
                  <p:embed/>
                </p:oleObj>
              </mc:Choice>
              <mc:Fallback>
                <p:oleObj r:id="rId11" imgW="381933" imgH="229232" progId="Equation.KSEE3">
                  <p:embed/>
                  <p:pic>
                    <p:nvPicPr>
                      <p:cNvPr id="67603" name="对象 22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3075" y="1687513"/>
                        <a:ext cx="501650" cy="250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604" name="对象 24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5556250" y="1939925"/>
          <a:ext cx="501650" cy="249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59" r:id="rId13" imgW="381933" imgH="229232" progId="Equation.KSEE3">
                  <p:embed/>
                </p:oleObj>
              </mc:Choice>
              <mc:Fallback>
                <p:oleObj r:id="rId13" imgW="381933" imgH="229232" progId="Equation.KSEE3">
                  <p:embed/>
                  <p:pic>
                    <p:nvPicPr>
                      <p:cNvPr id="67604" name="对象 24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6250" y="1939925"/>
                        <a:ext cx="501650" cy="249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605" name="对象 26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5546725" y="2560638"/>
          <a:ext cx="501650" cy="250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60" r:id="rId15" imgW="381933" imgH="229232" progId="Equation.KSEE3">
                  <p:embed/>
                </p:oleObj>
              </mc:Choice>
              <mc:Fallback>
                <p:oleObj r:id="rId15" imgW="381933" imgH="229232" progId="Equation.KSEE3">
                  <p:embed/>
                  <p:pic>
                    <p:nvPicPr>
                      <p:cNvPr id="67605" name="对象 26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6725" y="2560638"/>
                        <a:ext cx="501650" cy="250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606" name="对象 28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5570538" y="2894013"/>
          <a:ext cx="501650" cy="252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61" r:id="rId17" imgW="381933" imgH="229232" progId="Equation.KSEE3">
                  <p:embed/>
                </p:oleObj>
              </mc:Choice>
              <mc:Fallback>
                <p:oleObj r:id="rId17" imgW="381933" imgH="229232" progId="Equation.KSEE3">
                  <p:embed/>
                  <p:pic>
                    <p:nvPicPr>
                      <p:cNvPr id="67606" name="对象 28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0538" y="2894013"/>
                        <a:ext cx="501650" cy="252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607" name="对象 30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5559425" y="3178175"/>
          <a:ext cx="517525" cy="250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62" r:id="rId19" imgW="394567" imgH="229232" progId="Equation.KSEE3">
                  <p:embed/>
                </p:oleObj>
              </mc:Choice>
              <mc:Fallback>
                <p:oleObj r:id="rId19" imgW="394567" imgH="229232" progId="Equation.KSEE3">
                  <p:embed/>
                  <p:pic>
                    <p:nvPicPr>
                      <p:cNvPr id="67607" name="对象 30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9425" y="3178175"/>
                        <a:ext cx="517525" cy="250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608" name="对象 32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5561013" y="3495675"/>
          <a:ext cx="468312" cy="250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63" r:id="rId21" imgW="356302" imgH="229232" progId="Equation.KSEE3">
                  <p:embed/>
                </p:oleObj>
              </mc:Choice>
              <mc:Fallback>
                <p:oleObj r:id="rId21" imgW="356302" imgH="229232" progId="Equation.KSEE3">
                  <p:embed/>
                  <p:pic>
                    <p:nvPicPr>
                      <p:cNvPr id="67608" name="对象 32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1013" y="3495675"/>
                        <a:ext cx="468312" cy="250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609" name="对象 34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5546725" y="3778250"/>
          <a:ext cx="484188" cy="250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64" r:id="rId23" imgW="369298" imgH="229232" progId="Equation.KSEE3">
                  <p:embed/>
                </p:oleObj>
              </mc:Choice>
              <mc:Fallback>
                <p:oleObj r:id="rId23" imgW="369298" imgH="229232" progId="Equation.KSEE3">
                  <p:embed/>
                  <p:pic>
                    <p:nvPicPr>
                      <p:cNvPr id="67609" name="对象 34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6725" y="3778250"/>
                        <a:ext cx="484188" cy="250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610" name="对象 36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5546725" y="2295525"/>
          <a:ext cx="501650" cy="250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65" r:id="rId25" imgW="381933" imgH="229232" progId="Equation.KSEE3">
                  <p:embed/>
                </p:oleObj>
              </mc:Choice>
              <mc:Fallback>
                <p:oleObj r:id="rId25" imgW="381933" imgH="229232" progId="Equation.KSEE3">
                  <p:embed/>
                  <p:pic>
                    <p:nvPicPr>
                      <p:cNvPr id="67610" name="对象 36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6725" y="2295525"/>
                        <a:ext cx="501650" cy="250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611" name="对象 38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7410450" y="1060450"/>
          <a:ext cx="485775" cy="26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66" r:id="rId27" imgW="369298" imgH="241867" progId="Equation.KSEE3">
                  <p:embed/>
                </p:oleObj>
              </mc:Choice>
              <mc:Fallback>
                <p:oleObj r:id="rId27" imgW="369298" imgH="241867" progId="Equation.KSEE3">
                  <p:embed/>
                  <p:pic>
                    <p:nvPicPr>
                      <p:cNvPr id="67611" name="对象 38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0450" y="1060450"/>
                        <a:ext cx="485775" cy="265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612" name="对象 40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7416800" y="1346200"/>
          <a:ext cx="501650" cy="26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67" r:id="rId29" imgW="381933" imgH="241867" progId="Equation.KSEE3">
                  <p:embed/>
                </p:oleObj>
              </mc:Choice>
              <mc:Fallback>
                <p:oleObj r:id="rId29" imgW="381933" imgH="241867" progId="Equation.KSEE3">
                  <p:embed/>
                  <p:pic>
                    <p:nvPicPr>
                      <p:cNvPr id="67612" name="对象 40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6800" y="1346200"/>
                        <a:ext cx="501650" cy="263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613" name="对象 42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7416800" y="1690688"/>
          <a:ext cx="501650" cy="250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68" r:id="rId31" imgW="381933" imgH="229232" progId="Equation.KSEE3">
                  <p:embed/>
                </p:oleObj>
              </mc:Choice>
              <mc:Fallback>
                <p:oleObj r:id="rId31" imgW="381933" imgH="229232" progId="Equation.KSEE3">
                  <p:embed/>
                  <p:pic>
                    <p:nvPicPr>
                      <p:cNvPr id="67613" name="对象 42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6800" y="1690688"/>
                        <a:ext cx="501650" cy="250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614" name="对象 44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7418388" y="1925638"/>
          <a:ext cx="519112" cy="26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69" r:id="rId33" imgW="394567" imgH="241867" progId="Equation.KSEE3">
                  <p:embed/>
                </p:oleObj>
              </mc:Choice>
              <mc:Fallback>
                <p:oleObj r:id="rId33" imgW="394567" imgH="241867" progId="Equation.KSEE3">
                  <p:embed/>
                  <p:pic>
                    <p:nvPicPr>
                      <p:cNvPr id="67614" name="对象 44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8388" y="1925638"/>
                        <a:ext cx="519112" cy="263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615" name="对象 46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7408863" y="2536825"/>
          <a:ext cx="501650" cy="26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70" r:id="rId35" imgW="381933" imgH="241867" progId="Equation.KSEE3">
                  <p:embed/>
                </p:oleObj>
              </mc:Choice>
              <mc:Fallback>
                <p:oleObj r:id="rId35" imgW="381933" imgH="241867" progId="Equation.KSEE3">
                  <p:embed/>
                  <p:pic>
                    <p:nvPicPr>
                      <p:cNvPr id="67615" name="对象 46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08863" y="2536825"/>
                        <a:ext cx="501650" cy="265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616" name="对象 48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7432675" y="2897188"/>
          <a:ext cx="519113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71" r:id="rId37" imgW="394567" imgH="241867" progId="Equation.KSEE3">
                  <p:embed/>
                </p:oleObj>
              </mc:Choice>
              <mc:Fallback>
                <p:oleObj r:id="rId37" imgW="394567" imgH="241867" progId="Equation.KSEE3">
                  <p:embed/>
                  <p:pic>
                    <p:nvPicPr>
                      <p:cNvPr id="67616" name="对象 48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32675" y="2897188"/>
                        <a:ext cx="519113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617" name="对象 50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7432675" y="3179763"/>
          <a:ext cx="517525" cy="265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72" r:id="rId39" imgW="394567" imgH="241867" progId="Equation.KSEE3">
                  <p:embed/>
                </p:oleObj>
              </mc:Choice>
              <mc:Fallback>
                <p:oleObj r:id="rId39" imgW="394567" imgH="241867" progId="Equation.KSEE3">
                  <p:embed/>
                  <p:pic>
                    <p:nvPicPr>
                      <p:cNvPr id="67617" name="对象 50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32675" y="3179763"/>
                        <a:ext cx="517525" cy="265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618" name="对象 52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7423150" y="3514725"/>
          <a:ext cx="468313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73" r:id="rId41" imgW="356302" imgH="241867" progId="Equation.KSEE3">
                  <p:embed/>
                </p:oleObj>
              </mc:Choice>
              <mc:Fallback>
                <p:oleObj r:id="rId41" imgW="356302" imgH="241867" progId="Equation.KSEE3">
                  <p:embed/>
                  <p:pic>
                    <p:nvPicPr>
                      <p:cNvPr id="67618" name="对象 52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23150" y="3514725"/>
                        <a:ext cx="468313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619" name="对象 54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7429500" y="3746500"/>
          <a:ext cx="484188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74" r:id="rId43" imgW="369298" imgH="241867" progId="Equation.KSEE3">
                  <p:embed/>
                </p:oleObj>
              </mc:Choice>
              <mc:Fallback>
                <p:oleObj r:id="rId43" imgW="369298" imgH="241867" progId="Equation.KSEE3">
                  <p:embed/>
                  <p:pic>
                    <p:nvPicPr>
                      <p:cNvPr id="67619" name="对象 54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29500" y="3746500"/>
                        <a:ext cx="484188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620" name="对象 56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7408863" y="2298700"/>
          <a:ext cx="501650" cy="26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75" r:id="rId45" imgW="381933" imgH="241867" progId="Equation.KSEE3">
                  <p:embed/>
                </p:oleObj>
              </mc:Choice>
              <mc:Fallback>
                <p:oleObj r:id="rId45" imgW="381933" imgH="241867" progId="Equation.KSEE3">
                  <p:embed/>
                  <p:pic>
                    <p:nvPicPr>
                      <p:cNvPr id="67620" name="对象 56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08863" y="2298700"/>
                        <a:ext cx="501650" cy="265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621" name="文本框 58"/>
          <p:cNvSpPr txBox="1">
            <a:spLocks noChangeArrowheads="1"/>
          </p:cNvSpPr>
          <p:nvPr/>
        </p:nvSpPr>
        <p:spPr bwMode="auto">
          <a:xfrm>
            <a:off x="6080125" y="1050925"/>
            <a:ext cx="4762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prstClr val="black"/>
                </a:solidFill>
              </a:rPr>
              <a:t>0.5</a:t>
            </a:r>
          </a:p>
        </p:txBody>
      </p:sp>
      <p:sp>
        <p:nvSpPr>
          <p:cNvPr id="67622" name="文本框 59"/>
          <p:cNvSpPr txBox="1">
            <a:spLocks noChangeArrowheads="1"/>
          </p:cNvSpPr>
          <p:nvPr/>
        </p:nvSpPr>
        <p:spPr bwMode="auto">
          <a:xfrm>
            <a:off x="6072188" y="1385888"/>
            <a:ext cx="6381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prstClr val="black"/>
                </a:solidFill>
              </a:rPr>
              <a:t>1.12</a:t>
            </a:r>
          </a:p>
        </p:txBody>
      </p:sp>
      <p:sp>
        <p:nvSpPr>
          <p:cNvPr id="67623" name="文本框 60"/>
          <p:cNvSpPr txBox="1">
            <a:spLocks noChangeArrowheads="1"/>
          </p:cNvSpPr>
          <p:nvPr/>
        </p:nvSpPr>
        <p:spPr bwMode="auto">
          <a:xfrm>
            <a:off x="6080125" y="1677988"/>
            <a:ext cx="47625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prstClr val="black"/>
                </a:solidFill>
              </a:rPr>
              <a:t>0.5</a:t>
            </a:r>
          </a:p>
        </p:txBody>
      </p:sp>
      <p:sp>
        <p:nvSpPr>
          <p:cNvPr id="67624" name="文本框 61"/>
          <p:cNvSpPr txBox="1">
            <a:spLocks noChangeArrowheads="1"/>
          </p:cNvSpPr>
          <p:nvPr/>
        </p:nvSpPr>
        <p:spPr bwMode="auto">
          <a:xfrm>
            <a:off x="6057900" y="1924050"/>
            <a:ext cx="6000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prstClr val="black"/>
                </a:solidFill>
              </a:rPr>
              <a:t>1.12</a:t>
            </a:r>
          </a:p>
        </p:txBody>
      </p:sp>
      <p:sp>
        <p:nvSpPr>
          <p:cNvPr id="67625" name="文本框 62"/>
          <p:cNvSpPr txBox="1">
            <a:spLocks noChangeArrowheads="1"/>
          </p:cNvSpPr>
          <p:nvPr/>
        </p:nvSpPr>
        <p:spPr bwMode="auto">
          <a:xfrm>
            <a:off x="6091238" y="2284413"/>
            <a:ext cx="79375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prstClr val="black"/>
                </a:solidFill>
              </a:rPr>
              <a:t>1.8</a:t>
            </a:r>
          </a:p>
        </p:txBody>
      </p:sp>
      <p:sp>
        <p:nvSpPr>
          <p:cNvPr id="67626" name="文本框 63"/>
          <p:cNvSpPr txBox="1">
            <a:spLocks noChangeArrowheads="1"/>
          </p:cNvSpPr>
          <p:nvPr/>
        </p:nvSpPr>
        <p:spPr bwMode="auto">
          <a:xfrm>
            <a:off x="6078538" y="2524125"/>
            <a:ext cx="804862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prstClr val="black"/>
                </a:solidFill>
              </a:rPr>
              <a:t>3.91</a:t>
            </a:r>
          </a:p>
        </p:txBody>
      </p:sp>
      <p:sp>
        <p:nvSpPr>
          <p:cNvPr id="67627" name="文本框 64"/>
          <p:cNvSpPr txBox="1">
            <a:spLocks noChangeArrowheads="1"/>
          </p:cNvSpPr>
          <p:nvPr/>
        </p:nvSpPr>
        <p:spPr bwMode="auto">
          <a:xfrm>
            <a:off x="6094413" y="2886075"/>
            <a:ext cx="65563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prstClr val="black"/>
                </a:solidFill>
              </a:rPr>
              <a:t>4.72</a:t>
            </a:r>
          </a:p>
        </p:txBody>
      </p:sp>
      <p:sp>
        <p:nvSpPr>
          <p:cNvPr id="67628" name="文本框 65"/>
          <p:cNvSpPr txBox="1">
            <a:spLocks noChangeArrowheads="1"/>
          </p:cNvSpPr>
          <p:nvPr/>
        </p:nvSpPr>
        <p:spPr bwMode="auto">
          <a:xfrm>
            <a:off x="6081713" y="3167063"/>
            <a:ext cx="709612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prstClr val="black"/>
                </a:solidFill>
              </a:rPr>
              <a:t>5.59</a:t>
            </a:r>
          </a:p>
        </p:txBody>
      </p:sp>
      <p:sp>
        <p:nvSpPr>
          <p:cNvPr id="67629" name="文本框 66"/>
          <p:cNvSpPr txBox="1">
            <a:spLocks noChangeArrowheads="1"/>
          </p:cNvSpPr>
          <p:nvPr/>
        </p:nvSpPr>
        <p:spPr bwMode="auto">
          <a:xfrm>
            <a:off x="6091238" y="3475038"/>
            <a:ext cx="782637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prstClr val="black"/>
                </a:solidFill>
              </a:rPr>
              <a:t>4.61</a:t>
            </a:r>
          </a:p>
        </p:txBody>
      </p:sp>
      <p:sp>
        <p:nvSpPr>
          <p:cNvPr id="67630" name="文本框 67"/>
          <p:cNvSpPr txBox="1">
            <a:spLocks noChangeArrowheads="1"/>
          </p:cNvSpPr>
          <p:nvPr/>
        </p:nvSpPr>
        <p:spPr bwMode="auto">
          <a:xfrm>
            <a:off x="6089650" y="3765550"/>
            <a:ext cx="7620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prstClr val="black"/>
                </a:solidFill>
              </a:rPr>
              <a:t>5.32</a:t>
            </a:r>
          </a:p>
        </p:txBody>
      </p:sp>
      <p:sp>
        <p:nvSpPr>
          <p:cNvPr id="67631" name="文本框 68"/>
          <p:cNvSpPr txBox="1">
            <a:spLocks noChangeArrowheads="1"/>
          </p:cNvSpPr>
          <p:nvPr/>
        </p:nvSpPr>
        <p:spPr bwMode="auto">
          <a:xfrm>
            <a:off x="7912100" y="1058863"/>
            <a:ext cx="6096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prstClr val="black"/>
                </a:solidFill>
              </a:rPr>
              <a:t>2.97</a:t>
            </a:r>
          </a:p>
        </p:txBody>
      </p:sp>
      <p:sp>
        <p:nvSpPr>
          <p:cNvPr id="67632" name="文本框 69"/>
          <p:cNvSpPr txBox="1">
            <a:spLocks noChangeArrowheads="1"/>
          </p:cNvSpPr>
          <p:nvPr/>
        </p:nvSpPr>
        <p:spPr bwMode="auto">
          <a:xfrm>
            <a:off x="7904163" y="1393825"/>
            <a:ext cx="654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prstClr val="black"/>
                </a:solidFill>
              </a:rPr>
              <a:t>2.08</a:t>
            </a:r>
          </a:p>
        </p:txBody>
      </p:sp>
      <p:sp>
        <p:nvSpPr>
          <p:cNvPr id="67633" name="文本框 70"/>
          <p:cNvSpPr txBox="1">
            <a:spLocks noChangeArrowheads="1"/>
          </p:cNvSpPr>
          <p:nvPr/>
        </p:nvSpPr>
        <p:spPr bwMode="auto">
          <a:xfrm>
            <a:off x="7913688" y="1684338"/>
            <a:ext cx="7016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prstClr val="black"/>
                </a:solidFill>
              </a:rPr>
              <a:t>3.48</a:t>
            </a:r>
          </a:p>
        </p:txBody>
      </p:sp>
      <p:sp>
        <p:nvSpPr>
          <p:cNvPr id="67634" name="文本框 71"/>
          <p:cNvSpPr txBox="1">
            <a:spLocks noChangeArrowheads="1"/>
          </p:cNvSpPr>
          <p:nvPr/>
        </p:nvSpPr>
        <p:spPr bwMode="auto">
          <a:xfrm>
            <a:off x="7889875" y="1931988"/>
            <a:ext cx="66675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prstClr val="black"/>
                </a:solidFill>
              </a:rPr>
              <a:t>2.75</a:t>
            </a:r>
          </a:p>
        </p:txBody>
      </p:sp>
      <p:sp>
        <p:nvSpPr>
          <p:cNvPr id="67635" name="文本框 72"/>
          <p:cNvSpPr txBox="1">
            <a:spLocks noChangeArrowheads="1"/>
          </p:cNvSpPr>
          <p:nvPr/>
        </p:nvSpPr>
        <p:spPr bwMode="auto">
          <a:xfrm>
            <a:off x="7947025" y="2311400"/>
            <a:ext cx="7937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prstClr val="black"/>
                </a:solidFill>
              </a:rPr>
              <a:t>3.58</a:t>
            </a:r>
          </a:p>
        </p:txBody>
      </p:sp>
      <p:sp>
        <p:nvSpPr>
          <p:cNvPr id="67636" name="文本框 73"/>
          <p:cNvSpPr txBox="1">
            <a:spLocks noChangeArrowheads="1"/>
          </p:cNvSpPr>
          <p:nvPr/>
        </p:nvSpPr>
        <p:spPr bwMode="auto">
          <a:xfrm>
            <a:off x="7934325" y="2551113"/>
            <a:ext cx="8032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prstClr val="black"/>
                </a:solidFill>
              </a:rPr>
              <a:t>0.91</a:t>
            </a:r>
          </a:p>
        </p:txBody>
      </p:sp>
      <p:sp>
        <p:nvSpPr>
          <p:cNvPr id="67637" name="文本框 74"/>
          <p:cNvSpPr txBox="1">
            <a:spLocks noChangeArrowheads="1"/>
          </p:cNvSpPr>
          <p:nvPr/>
        </p:nvSpPr>
        <p:spPr bwMode="auto">
          <a:xfrm>
            <a:off x="7926388" y="2892425"/>
            <a:ext cx="65563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prstClr val="black"/>
                </a:solidFill>
              </a:rPr>
              <a:t>1.53</a:t>
            </a:r>
          </a:p>
        </p:txBody>
      </p:sp>
      <p:sp>
        <p:nvSpPr>
          <p:cNvPr id="67638" name="文本框 75"/>
          <p:cNvSpPr txBox="1">
            <a:spLocks noChangeArrowheads="1"/>
          </p:cNvSpPr>
          <p:nvPr/>
        </p:nvSpPr>
        <p:spPr bwMode="auto">
          <a:xfrm>
            <a:off x="7915275" y="3175000"/>
            <a:ext cx="7080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prstClr val="black"/>
                </a:solidFill>
              </a:rPr>
              <a:t>2.41</a:t>
            </a:r>
          </a:p>
        </p:txBody>
      </p:sp>
      <p:sp>
        <p:nvSpPr>
          <p:cNvPr id="67639" name="文本框 76"/>
          <p:cNvSpPr txBox="1">
            <a:spLocks noChangeArrowheads="1"/>
          </p:cNvSpPr>
          <p:nvPr/>
        </p:nvSpPr>
        <p:spPr bwMode="auto">
          <a:xfrm>
            <a:off x="7923213" y="3482975"/>
            <a:ext cx="78263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prstClr val="black"/>
                </a:solidFill>
              </a:rPr>
              <a:t>1.89</a:t>
            </a:r>
          </a:p>
        </p:txBody>
      </p:sp>
      <p:sp>
        <p:nvSpPr>
          <p:cNvPr id="67640" name="文本框 77"/>
          <p:cNvSpPr txBox="1">
            <a:spLocks noChangeArrowheads="1"/>
          </p:cNvSpPr>
          <p:nvPr/>
        </p:nvSpPr>
        <p:spPr bwMode="auto">
          <a:xfrm>
            <a:off x="7921625" y="3771900"/>
            <a:ext cx="7620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prstClr val="black"/>
                </a:solidFill>
              </a:rPr>
              <a:t>2.25</a:t>
            </a:r>
          </a:p>
        </p:txBody>
      </p:sp>
      <p:sp>
        <p:nvSpPr>
          <p:cNvPr id="67641" name="文本框 80"/>
          <p:cNvSpPr txBox="1">
            <a:spLocks noChangeArrowheads="1"/>
          </p:cNvSpPr>
          <p:nvPr/>
        </p:nvSpPr>
        <p:spPr bwMode="auto">
          <a:xfrm>
            <a:off x="6756400" y="1008063"/>
            <a:ext cx="3825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prstClr val="black"/>
                </a:solidFill>
              </a:rPr>
              <a:t>&lt;</a:t>
            </a:r>
          </a:p>
        </p:txBody>
      </p:sp>
      <p:sp>
        <p:nvSpPr>
          <p:cNvPr id="67642" name="文本框 81"/>
          <p:cNvSpPr txBox="1">
            <a:spLocks noChangeArrowheads="1"/>
          </p:cNvSpPr>
          <p:nvPr/>
        </p:nvSpPr>
        <p:spPr bwMode="auto">
          <a:xfrm>
            <a:off x="6757988" y="1639888"/>
            <a:ext cx="3825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prstClr val="black"/>
                </a:solidFill>
              </a:rPr>
              <a:t>&lt;</a:t>
            </a:r>
          </a:p>
        </p:txBody>
      </p:sp>
      <p:sp>
        <p:nvSpPr>
          <p:cNvPr id="67643" name="文本框 86"/>
          <p:cNvSpPr txBox="1">
            <a:spLocks noChangeArrowheads="1"/>
          </p:cNvSpPr>
          <p:nvPr/>
        </p:nvSpPr>
        <p:spPr bwMode="auto">
          <a:xfrm>
            <a:off x="6784975" y="2497138"/>
            <a:ext cx="3825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prstClr val="black"/>
                </a:solidFill>
              </a:rPr>
              <a:t>&gt;</a:t>
            </a:r>
          </a:p>
        </p:txBody>
      </p:sp>
      <p:sp>
        <p:nvSpPr>
          <p:cNvPr id="67644" name="文本框 87"/>
          <p:cNvSpPr txBox="1">
            <a:spLocks noChangeArrowheads="1"/>
          </p:cNvSpPr>
          <p:nvPr/>
        </p:nvSpPr>
        <p:spPr bwMode="auto">
          <a:xfrm>
            <a:off x="6775450" y="2841625"/>
            <a:ext cx="381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prstClr val="black"/>
                </a:solidFill>
              </a:rPr>
              <a:t>&gt;</a:t>
            </a:r>
          </a:p>
        </p:txBody>
      </p:sp>
      <p:sp>
        <p:nvSpPr>
          <p:cNvPr id="67645" name="文本框 88"/>
          <p:cNvSpPr txBox="1">
            <a:spLocks noChangeArrowheads="1"/>
          </p:cNvSpPr>
          <p:nvPr/>
        </p:nvSpPr>
        <p:spPr bwMode="auto">
          <a:xfrm>
            <a:off x="6775450" y="3109913"/>
            <a:ext cx="3825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prstClr val="black"/>
                </a:solidFill>
              </a:rPr>
              <a:t>&gt;</a:t>
            </a:r>
          </a:p>
        </p:txBody>
      </p:sp>
      <p:sp>
        <p:nvSpPr>
          <p:cNvPr id="67646" name="文本框 89"/>
          <p:cNvSpPr txBox="1">
            <a:spLocks noChangeArrowheads="1"/>
          </p:cNvSpPr>
          <p:nvPr/>
        </p:nvSpPr>
        <p:spPr bwMode="auto">
          <a:xfrm>
            <a:off x="6765925" y="3425825"/>
            <a:ext cx="38258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prstClr val="black"/>
                </a:solidFill>
              </a:rPr>
              <a:t>&gt;</a:t>
            </a:r>
          </a:p>
        </p:txBody>
      </p:sp>
      <p:sp>
        <p:nvSpPr>
          <p:cNvPr id="67647" name="文本框 90"/>
          <p:cNvSpPr txBox="1">
            <a:spLocks noChangeArrowheads="1"/>
          </p:cNvSpPr>
          <p:nvPr/>
        </p:nvSpPr>
        <p:spPr bwMode="auto">
          <a:xfrm>
            <a:off x="6767513" y="3721100"/>
            <a:ext cx="3825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prstClr val="black"/>
                </a:solidFill>
              </a:rPr>
              <a:t>&gt;</a:t>
            </a:r>
          </a:p>
        </p:txBody>
      </p:sp>
      <p:sp>
        <p:nvSpPr>
          <p:cNvPr id="67648" name="文本框 5"/>
          <p:cNvSpPr txBox="1">
            <a:spLocks noChangeArrowheads="1"/>
          </p:cNvSpPr>
          <p:nvPr/>
        </p:nvSpPr>
        <p:spPr bwMode="auto">
          <a:xfrm>
            <a:off x="6757988" y="1330325"/>
            <a:ext cx="3825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prstClr val="black"/>
                </a:solidFill>
              </a:rPr>
              <a:t>&lt;</a:t>
            </a:r>
          </a:p>
        </p:txBody>
      </p:sp>
      <p:sp>
        <p:nvSpPr>
          <p:cNvPr id="67649" name="文本框 6"/>
          <p:cNvSpPr txBox="1">
            <a:spLocks noChangeArrowheads="1"/>
          </p:cNvSpPr>
          <p:nvPr/>
        </p:nvSpPr>
        <p:spPr bwMode="auto">
          <a:xfrm>
            <a:off x="6757988" y="1893888"/>
            <a:ext cx="3825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prstClr val="black"/>
                </a:solidFill>
              </a:rPr>
              <a:t>&lt;</a:t>
            </a:r>
          </a:p>
        </p:txBody>
      </p:sp>
      <p:sp>
        <p:nvSpPr>
          <p:cNvPr id="67650" name="文本框 7"/>
          <p:cNvSpPr txBox="1">
            <a:spLocks noChangeArrowheads="1"/>
          </p:cNvSpPr>
          <p:nvPr/>
        </p:nvSpPr>
        <p:spPr bwMode="auto">
          <a:xfrm>
            <a:off x="6761163" y="2230438"/>
            <a:ext cx="3825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prstClr val="black"/>
                </a:solidFill>
              </a:rPr>
              <a:t>&lt;</a:t>
            </a:r>
          </a:p>
        </p:txBody>
      </p:sp>
      <p:sp>
        <p:nvSpPr>
          <p:cNvPr id="67651" name="文本框 92"/>
          <p:cNvSpPr txBox="1">
            <a:spLocks noChangeArrowheads="1"/>
          </p:cNvSpPr>
          <p:nvPr/>
        </p:nvSpPr>
        <p:spPr bwMode="auto">
          <a:xfrm>
            <a:off x="450850" y="4965700"/>
            <a:ext cx="2493963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>
                <a:solidFill>
                  <a:srgbClr val="FF0000"/>
                </a:solidFill>
              </a:rPr>
              <a:t>Step 2 again.</a:t>
            </a:r>
          </a:p>
        </p:txBody>
      </p:sp>
      <p:sp>
        <p:nvSpPr>
          <p:cNvPr id="67652" name="文本框 8"/>
          <p:cNvSpPr txBox="1">
            <a:spLocks noChangeArrowheads="1"/>
          </p:cNvSpPr>
          <p:nvPr/>
        </p:nvSpPr>
        <p:spPr bwMode="auto">
          <a:xfrm>
            <a:off x="417513" y="4471988"/>
            <a:ext cx="40306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400">
                <a:solidFill>
                  <a:prstClr val="black"/>
                </a:solidFill>
              </a:rPr>
              <a:t>α , β as the centre and K=2.</a:t>
            </a:r>
          </a:p>
        </p:txBody>
      </p:sp>
      <p:sp>
        <p:nvSpPr>
          <p:cNvPr id="94" name="圆角矩形 93"/>
          <p:cNvSpPr/>
          <p:nvPr/>
        </p:nvSpPr>
        <p:spPr>
          <a:xfrm>
            <a:off x="5362575" y="1004888"/>
            <a:ext cx="3409950" cy="313531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1" lang="zh-CN" altLang="en-US" noProof="1">
              <a:solidFill>
                <a:prstClr val="white"/>
              </a:solidFill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5419725" y="1346200"/>
            <a:ext cx="3276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5432425" y="1633538"/>
            <a:ext cx="3276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5426075" y="1946275"/>
            <a:ext cx="3276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5457825" y="2227263"/>
            <a:ext cx="3276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5441950" y="2546350"/>
            <a:ext cx="3276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5435600" y="2843213"/>
            <a:ext cx="3276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5429250" y="3179763"/>
            <a:ext cx="3276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5441950" y="3451225"/>
            <a:ext cx="3276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5435600" y="3748088"/>
            <a:ext cx="3276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6715125" y="1020763"/>
            <a:ext cx="0" cy="30876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7194550" y="1038225"/>
            <a:ext cx="0" cy="30876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圆角矩形 105"/>
          <p:cNvSpPr/>
          <p:nvPr/>
        </p:nvSpPr>
        <p:spPr>
          <a:xfrm>
            <a:off x="6724650" y="1052513"/>
            <a:ext cx="457200" cy="1468437"/>
          </a:xfrm>
          <a:prstGeom prst="round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1" lang="zh-CN" altLang="en-US" noProof="1">
              <a:solidFill>
                <a:prstClr val="white"/>
              </a:solidFill>
            </a:endParaRPr>
          </a:p>
        </p:txBody>
      </p:sp>
      <p:sp>
        <p:nvSpPr>
          <p:cNvPr id="67666" name="文本框 91"/>
          <p:cNvSpPr txBox="1">
            <a:spLocks noChangeArrowheads="1"/>
          </p:cNvSpPr>
          <p:nvPr/>
        </p:nvSpPr>
        <p:spPr bwMode="auto">
          <a:xfrm>
            <a:off x="4043363" y="4652963"/>
            <a:ext cx="5026025" cy="893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/>
            <a:r>
              <a:rPr lang="en-US" altLang="zh-CN" sz="2800">
                <a:solidFill>
                  <a:prstClr val="black"/>
                </a:solidFill>
              </a:rPr>
              <a:t>    </a:t>
            </a:r>
            <a:r>
              <a:rPr lang="en-US" altLang="zh-CN">
                <a:solidFill>
                  <a:prstClr val="black"/>
                </a:solidFill>
              </a:rPr>
              <a:t>So,we classify </a:t>
            </a:r>
            <a:r>
              <a:rPr lang="en-US" altLang="zh-CN">
                <a:solidFill>
                  <a:srgbClr val="FF0000"/>
                </a:solidFill>
              </a:rPr>
              <a:t>A,B,C,D,E</a:t>
            </a:r>
            <a:r>
              <a:rPr lang="en-US" altLang="zh-CN">
                <a:solidFill>
                  <a:prstClr val="black"/>
                </a:solidFill>
              </a:rPr>
              <a:t> as a cluster  and </a:t>
            </a:r>
            <a:r>
              <a:rPr lang="en-US" altLang="zh-CN">
                <a:solidFill>
                  <a:srgbClr val="FF0000"/>
                </a:solidFill>
              </a:rPr>
              <a:t>F,G,H,I,J</a:t>
            </a:r>
            <a:r>
              <a:rPr lang="en-US" altLang="zh-CN">
                <a:solidFill>
                  <a:prstClr val="black"/>
                </a:solidFill>
              </a:rPr>
              <a:t> as another cluster.</a:t>
            </a:r>
          </a:p>
        </p:txBody>
      </p:sp>
      <p:sp>
        <p:nvSpPr>
          <p:cNvPr id="67667" name="文本框 112"/>
          <p:cNvSpPr txBox="1">
            <a:spLocks noChangeArrowheads="1"/>
          </p:cNvSpPr>
          <p:nvPr/>
        </p:nvSpPr>
        <p:spPr bwMode="auto">
          <a:xfrm>
            <a:off x="5038725" y="1044575"/>
            <a:ext cx="3143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67668" name="文本框 113"/>
          <p:cNvSpPr txBox="1">
            <a:spLocks noChangeArrowheads="1"/>
          </p:cNvSpPr>
          <p:nvPr/>
        </p:nvSpPr>
        <p:spPr bwMode="auto">
          <a:xfrm>
            <a:off x="5041900" y="1363663"/>
            <a:ext cx="31432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67669" name="文本框 114"/>
          <p:cNvSpPr txBox="1">
            <a:spLocks noChangeArrowheads="1"/>
          </p:cNvSpPr>
          <p:nvPr/>
        </p:nvSpPr>
        <p:spPr bwMode="auto">
          <a:xfrm>
            <a:off x="5045075" y="1644650"/>
            <a:ext cx="3143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67670" name="文本框 115"/>
          <p:cNvSpPr txBox="1">
            <a:spLocks noChangeArrowheads="1"/>
          </p:cNvSpPr>
          <p:nvPr/>
        </p:nvSpPr>
        <p:spPr bwMode="auto">
          <a:xfrm>
            <a:off x="5038725" y="1933575"/>
            <a:ext cx="3143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0000"/>
                </a:solidFill>
              </a:rPr>
              <a:t>D</a:t>
            </a:r>
          </a:p>
        </p:txBody>
      </p:sp>
      <p:sp>
        <p:nvSpPr>
          <p:cNvPr id="67671" name="文本框 116"/>
          <p:cNvSpPr txBox="1">
            <a:spLocks noChangeArrowheads="1"/>
          </p:cNvSpPr>
          <p:nvPr/>
        </p:nvSpPr>
        <p:spPr bwMode="auto">
          <a:xfrm>
            <a:off x="5051425" y="2268538"/>
            <a:ext cx="31432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0000"/>
                </a:solidFill>
              </a:rPr>
              <a:t>E</a:t>
            </a:r>
          </a:p>
        </p:txBody>
      </p:sp>
      <p:sp>
        <p:nvSpPr>
          <p:cNvPr id="67672" name="文本框 117"/>
          <p:cNvSpPr txBox="1">
            <a:spLocks noChangeArrowheads="1"/>
          </p:cNvSpPr>
          <p:nvPr/>
        </p:nvSpPr>
        <p:spPr bwMode="auto">
          <a:xfrm>
            <a:off x="5064125" y="2565400"/>
            <a:ext cx="3143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0000"/>
                </a:solidFill>
              </a:rPr>
              <a:t>F</a:t>
            </a:r>
          </a:p>
        </p:txBody>
      </p:sp>
      <p:sp>
        <p:nvSpPr>
          <p:cNvPr id="67673" name="文本框 118"/>
          <p:cNvSpPr txBox="1">
            <a:spLocks noChangeArrowheads="1"/>
          </p:cNvSpPr>
          <p:nvPr/>
        </p:nvSpPr>
        <p:spPr bwMode="auto">
          <a:xfrm>
            <a:off x="5038725" y="2878138"/>
            <a:ext cx="31432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0000"/>
                </a:solidFill>
              </a:rPr>
              <a:t>G</a:t>
            </a:r>
          </a:p>
        </p:txBody>
      </p:sp>
      <p:sp>
        <p:nvSpPr>
          <p:cNvPr id="67674" name="文本框 119"/>
          <p:cNvSpPr txBox="1">
            <a:spLocks noChangeArrowheads="1"/>
          </p:cNvSpPr>
          <p:nvPr/>
        </p:nvSpPr>
        <p:spPr bwMode="auto">
          <a:xfrm>
            <a:off x="5041900" y="3189288"/>
            <a:ext cx="31432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0000"/>
                </a:solidFill>
              </a:rPr>
              <a:t>H</a:t>
            </a:r>
          </a:p>
        </p:txBody>
      </p:sp>
      <p:sp>
        <p:nvSpPr>
          <p:cNvPr id="67675" name="文本框 120"/>
          <p:cNvSpPr txBox="1">
            <a:spLocks noChangeArrowheads="1"/>
          </p:cNvSpPr>
          <p:nvPr/>
        </p:nvSpPr>
        <p:spPr bwMode="auto">
          <a:xfrm>
            <a:off x="5102225" y="3486150"/>
            <a:ext cx="29686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67676" name="文本框 121"/>
          <p:cNvSpPr txBox="1">
            <a:spLocks noChangeArrowheads="1"/>
          </p:cNvSpPr>
          <p:nvPr/>
        </p:nvSpPr>
        <p:spPr bwMode="auto">
          <a:xfrm>
            <a:off x="5086350" y="3775075"/>
            <a:ext cx="3143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0000"/>
                </a:solidFill>
              </a:rPr>
              <a:t>J</a:t>
            </a:r>
          </a:p>
        </p:txBody>
      </p:sp>
      <p:sp>
        <p:nvSpPr>
          <p:cNvPr id="126" name="右箭头 125"/>
          <p:cNvSpPr/>
          <p:nvPr/>
        </p:nvSpPr>
        <p:spPr>
          <a:xfrm rot="5400000">
            <a:off x="6731794" y="3628232"/>
            <a:ext cx="357187" cy="1657350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1" lang="zh-CN" altLang="en-US" noProof="1">
              <a:solidFill>
                <a:prstClr val="white"/>
              </a:solidFill>
            </a:endParaRPr>
          </a:p>
        </p:txBody>
      </p:sp>
      <p:sp>
        <p:nvSpPr>
          <p:cNvPr id="127" name="右箭头 126"/>
          <p:cNvSpPr/>
          <p:nvPr/>
        </p:nvSpPr>
        <p:spPr>
          <a:xfrm>
            <a:off x="4594225" y="1831975"/>
            <a:ext cx="428625" cy="1381125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1" lang="zh-CN" altLang="en-US" noProof="1">
              <a:solidFill>
                <a:prstClr val="white"/>
              </a:solidFill>
            </a:endParaRPr>
          </a:p>
        </p:txBody>
      </p:sp>
      <p:sp>
        <p:nvSpPr>
          <p:cNvPr id="98" name="矩形 97"/>
          <p:cNvSpPr/>
          <p:nvPr/>
        </p:nvSpPr>
        <p:spPr>
          <a:xfrm>
            <a:off x="3494" y="7938"/>
            <a:ext cx="564515" cy="46166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kumimoji="1" lang="en-US" altLang="zh-CN" noProof="1">
                <a:ln w="12700">
                  <a:solidFill>
                    <a:srgbClr val="2F2F2F">
                      <a:lumMod val="75000"/>
                    </a:srgbClr>
                  </a:solidFill>
                  <a:prstDash val="solid"/>
                </a:ln>
                <a:pattFill prst="dkUpDiag">
                  <a:fgClr>
                    <a:srgbClr val="2F2F2F"/>
                  </a:fgClr>
                  <a:bgClr>
                    <a:srgbClr val="2F2F2F">
                      <a:lumMod val="20000"/>
                      <a:lumOff val="80000"/>
                    </a:srgbClr>
                  </a:bgClr>
                </a:pattFill>
                <a:effectLst>
                  <a:outerShdw dist="38100" dir="2640000" algn="bl" rotWithShape="0">
                    <a:srgbClr val="2F2F2F">
                      <a:lumMod val="75000"/>
                    </a:srgbClr>
                  </a:outerShdw>
                </a:effectLst>
                <a:latin typeface="Arial" charset="0"/>
                <a:ea typeface="宋体" charset="-122"/>
                <a:cs typeface="+mn-ea"/>
              </a:rPr>
              <a:t>7</a:t>
            </a:r>
            <a:endParaRPr kumimoji="1" lang="en-US" altLang="zh-CN" noProof="1">
              <a:ln w="12700">
                <a:solidFill>
                  <a:srgbClr val="2F2F2F">
                    <a:lumMod val="75000"/>
                  </a:srgbClr>
                </a:solidFill>
                <a:prstDash val="solid"/>
              </a:ln>
              <a:pattFill prst="dkUpDiag">
                <a:fgClr>
                  <a:srgbClr val="2F2F2F"/>
                </a:fgClr>
                <a:bgClr>
                  <a:srgbClr val="2F2F2F">
                    <a:lumMod val="20000"/>
                    <a:lumOff val="80000"/>
                  </a:srgbClr>
                </a:bgClr>
              </a:pattFill>
              <a:effectLst>
                <a:outerShdw dist="38100" dir="2640000" algn="bl" rotWithShape="0">
                  <a:srgbClr val="2F2F2F">
                    <a:lumMod val="75000"/>
                  </a:srgbClr>
                </a:outerShdw>
              </a:effectLst>
              <a:latin typeface="Times New Roman" pitchFamily="18" charset="0"/>
              <a:ea typeface="宋体" pitchFamily="2" charset="-12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99" name="墨迹 98"/>
              <p14:cNvContentPartPr/>
              <p14:nvPr/>
            </p14:nvContentPartPr>
            <p14:xfrm>
              <a:off x="850900" y="2095500"/>
              <a:ext cx="139700" cy="89958"/>
            </p14:xfrm>
          </p:contentPart>
        </mc:Choice>
        <mc:Fallback xmlns="">
          <p:pic>
            <p:nvPicPr>
              <p:cNvPr id="99" name="墨迹 98"/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841539" y="2086144"/>
                <a:ext cx="158423" cy="10866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00" name="墨迹 99"/>
              <p14:cNvContentPartPr/>
              <p14:nvPr/>
            </p14:nvContentPartPr>
            <p14:xfrm>
              <a:off x="889000" y="2090208"/>
              <a:ext cx="114300" cy="95250"/>
            </p14:xfrm>
          </p:contentPart>
        </mc:Choice>
        <mc:Fallback xmlns="">
          <p:pic>
            <p:nvPicPr>
              <p:cNvPr id="100" name="墨迹 99"/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879655" y="2080863"/>
                <a:ext cx="132991" cy="11394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01" name="墨迹 100"/>
              <p14:cNvContentPartPr/>
              <p14:nvPr/>
            </p14:nvContentPartPr>
            <p14:xfrm>
              <a:off x="2616200" y="2799292"/>
              <a:ext cx="165100" cy="121708"/>
            </p14:xfrm>
          </p:contentPart>
        </mc:Choice>
        <mc:Fallback xmlns="">
          <p:pic>
            <p:nvPicPr>
              <p:cNvPr id="101" name="墨迹 100"/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2606848" y="2789930"/>
                <a:ext cx="183804" cy="1404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02" name="墨迹 101"/>
              <p14:cNvContentPartPr/>
              <p14:nvPr/>
            </p14:nvContentPartPr>
            <p14:xfrm>
              <a:off x="2654300" y="2783417"/>
              <a:ext cx="95250" cy="116417"/>
            </p14:xfrm>
          </p:contentPart>
        </mc:Choice>
        <mc:Fallback xmlns="">
          <p:pic>
            <p:nvPicPr>
              <p:cNvPr id="102" name="墨迹 101"/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2644955" y="2774046"/>
                <a:ext cx="113941" cy="1351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03" name="墨迹 102"/>
              <p14:cNvContentPartPr/>
              <p14:nvPr/>
            </p14:nvContentPartPr>
            <p14:xfrm>
              <a:off x="2654300" y="2831042"/>
              <a:ext cx="76200" cy="68792"/>
            </p14:xfrm>
          </p:contentPart>
        </mc:Choice>
        <mc:Fallback xmlns="">
          <p:pic>
            <p:nvPicPr>
              <p:cNvPr id="103" name="墨迹 102"/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2644955" y="2821678"/>
                <a:ext cx="94891" cy="8752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79561965"/>
      </p:ext>
    </p:extLst>
  </p:cSld>
  <p:clrMapOvr>
    <a:masterClrMapping/>
  </p:clrMapOvr>
  <p:transition>
    <p:wipe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8610" name="内容占位符 30"/>
          <p:cNvGraphicFramePr>
            <a:graphicFrameLocks noGrp="1"/>
          </p:cNvGraphicFramePr>
          <p:nvPr/>
        </p:nvGraphicFramePr>
        <p:xfrm>
          <a:off x="49213" y="611188"/>
          <a:ext cx="4859337" cy="3771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94" r:id="rId4" imgW="4866667" imgH="4533333" progId="excel.sheet.8">
                  <p:embed/>
                </p:oleObj>
              </mc:Choice>
              <mc:Fallback>
                <p:oleObj r:id="rId4" imgW="4866667" imgH="4533333" progId="excel.sheet.8">
                  <p:embed/>
                  <p:pic>
                    <p:nvPicPr>
                      <p:cNvPr id="68610" name="内容占位符 30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13" y="611188"/>
                        <a:ext cx="4859337" cy="3771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11" name="文本框 18"/>
          <p:cNvSpPr txBox="1">
            <a:spLocks noChangeArrowheads="1"/>
          </p:cNvSpPr>
          <p:nvPr/>
        </p:nvSpPr>
        <p:spPr bwMode="auto">
          <a:xfrm>
            <a:off x="776288" y="2374900"/>
            <a:ext cx="3841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400">
                <a:solidFill>
                  <a:prstClr val="black"/>
                </a:solidFill>
              </a:rPr>
              <a:t>A</a:t>
            </a:r>
          </a:p>
        </p:txBody>
      </p:sp>
      <p:sp>
        <p:nvSpPr>
          <p:cNvPr id="68612" name="文本框 19"/>
          <p:cNvSpPr txBox="1">
            <a:spLocks noChangeArrowheads="1"/>
          </p:cNvSpPr>
          <p:nvPr/>
        </p:nvSpPr>
        <p:spPr bwMode="auto">
          <a:xfrm>
            <a:off x="1425575" y="2374900"/>
            <a:ext cx="2968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400">
                <a:solidFill>
                  <a:prstClr val="black"/>
                </a:solidFill>
              </a:rPr>
              <a:t>B</a:t>
            </a:r>
          </a:p>
        </p:txBody>
      </p:sp>
      <p:sp>
        <p:nvSpPr>
          <p:cNvPr id="68613" name="文本框 20"/>
          <p:cNvSpPr txBox="1">
            <a:spLocks noChangeArrowheads="1"/>
          </p:cNvSpPr>
          <p:nvPr/>
        </p:nvSpPr>
        <p:spPr bwMode="auto">
          <a:xfrm>
            <a:off x="561975" y="1774825"/>
            <a:ext cx="363538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400">
                <a:solidFill>
                  <a:prstClr val="black"/>
                </a:solidFill>
              </a:rPr>
              <a:t>C</a:t>
            </a:r>
          </a:p>
        </p:txBody>
      </p:sp>
      <p:sp>
        <p:nvSpPr>
          <p:cNvPr id="68614" name="文本框 21"/>
          <p:cNvSpPr txBox="1">
            <a:spLocks noChangeArrowheads="1"/>
          </p:cNvSpPr>
          <p:nvPr/>
        </p:nvSpPr>
        <p:spPr bwMode="auto">
          <a:xfrm>
            <a:off x="1568450" y="1774825"/>
            <a:ext cx="363538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400">
                <a:solidFill>
                  <a:prstClr val="black"/>
                </a:solidFill>
              </a:rPr>
              <a:t>D</a:t>
            </a:r>
          </a:p>
        </p:txBody>
      </p:sp>
      <p:sp>
        <p:nvSpPr>
          <p:cNvPr id="68615" name="文本框 22"/>
          <p:cNvSpPr txBox="1">
            <a:spLocks noChangeArrowheads="1"/>
          </p:cNvSpPr>
          <p:nvPr/>
        </p:nvSpPr>
        <p:spPr bwMode="auto">
          <a:xfrm>
            <a:off x="1136650" y="1354138"/>
            <a:ext cx="3651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400">
                <a:solidFill>
                  <a:prstClr val="black"/>
                </a:solidFill>
              </a:rPr>
              <a:t>E</a:t>
            </a:r>
          </a:p>
        </p:txBody>
      </p:sp>
      <p:sp>
        <p:nvSpPr>
          <p:cNvPr id="68616" name="文本框 23"/>
          <p:cNvSpPr txBox="1">
            <a:spLocks noChangeArrowheads="1"/>
          </p:cNvSpPr>
          <p:nvPr/>
        </p:nvSpPr>
        <p:spPr bwMode="auto">
          <a:xfrm>
            <a:off x="2578100" y="3094038"/>
            <a:ext cx="3635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400">
                <a:solidFill>
                  <a:prstClr val="black"/>
                </a:solidFill>
              </a:rPr>
              <a:t>F</a:t>
            </a:r>
          </a:p>
        </p:txBody>
      </p:sp>
      <p:sp>
        <p:nvSpPr>
          <p:cNvPr id="68617" name="文本框 24"/>
          <p:cNvSpPr txBox="1">
            <a:spLocks noChangeArrowheads="1"/>
          </p:cNvSpPr>
          <p:nvPr/>
        </p:nvSpPr>
        <p:spPr bwMode="auto">
          <a:xfrm>
            <a:off x="2578100" y="3575050"/>
            <a:ext cx="3635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400">
                <a:solidFill>
                  <a:prstClr val="black"/>
                </a:solidFill>
              </a:rPr>
              <a:t>I</a:t>
            </a:r>
          </a:p>
        </p:txBody>
      </p:sp>
      <p:sp>
        <p:nvSpPr>
          <p:cNvPr id="68618" name="文本框 25"/>
          <p:cNvSpPr txBox="1">
            <a:spLocks noChangeArrowheads="1"/>
          </p:cNvSpPr>
          <p:nvPr/>
        </p:nvSpPr>
        <p:spPr bwMode="auto">
          <a:xfrm>
            <a:off x="3152775" y="3154363"/>
            <a:ext cx="4365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400">
                <a:solidFill>
                  <a:prstClr val="black"/>
                </a:solidFill>
              </a:rPr>
              <a:t>G</a:t>
            </a:r>
          </a:p>
        </p:txBody>
      </p:sp>
      <p:sp>
        <p:nvSpPr>
          <p:cNvPr id="68619" name="文本框 26"/>
          <p:cNvSpPr txBox="1">
            <a:spLocks noChangeArrowheads="1"/>
          </p:cNvSpPr>
          <p:nvPr/>
        </p:nvSpPr>
        <p:spPr bwMode="auto">
          <a:xfrm>
            <a:off x="3225800" y="3575050"/>
            <a:ext cx="3635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400">
                <a:solidFill>
                  <a:prstClr val="black"/>
                </a:solidFill>
              </a:rPr>
              <a:t>J</a:t>
            </a:r>
          </a:p>
        </p:txBody>
      </p:sp>
      <p:sp>
        <p:nvSpPr>
          <p:cNvPr id="68620" name="文本框 27"/>
          <p:cNvSpPr txBox="1">
            <a:spLocks noChangeArrowheads="1"/>
          </p:cNvSpPr>
          <p:nvPr/>
        </p:nvSpPr>
        <p:spPr bwMode="auto">
          <a:xfrm>
            <a:off x="3802063" y="3154363"/>
            <a:ext cx="36353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400">
                <a:solidFill>
                  <a:prstClr val="black"/>
                </a:solidFill>
              </a:rPr>
              <a:t>H</a:t>
            </a:r>
          </a:p>
        </p:txBody>
      </p:sp>
      <p:sp>
        <p:nvSpPr>
          <p:cNvPr id="68621" name="文本框 28"/>
          <p:cNvSpPr txBox="1">
            <a:spLocks noChangeArrowheads="1"/>
          </p:cNvSpPr>
          <p:nvPr/>
        </p:nvSpPr>
        <p:spPr bwMode="auto">
          <a:xfrm>
            <a:off x="927100" y="1992313"/>
            <a:ext cx="9445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400">
                <a:solidFill>
                  <a:prstClr val="black"/>
                </a:solidFill>
              </a:rPr>
              <a:t>α(1,4.5)</a:t>
            </a:r>
          </a:p>
        </p:txBody>
      </p:sp>
      <p:sp>
        <p:nvSpPr>
          <p:cNvPr id="68622" name="文本框 29"/>
          <p:cNvSpPr txBox="1">
            <a:spLocks noChangeArrowheads="1"/>
          </p:cNvSpPr>
          <p:nvPr/>
        </p:nvSpPr>
        <p:spPr bwMode="auto">
          <a:xfrm>
            <a:off x="2632075" y="2635250"/>
            <a:ext cx="13541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400">
                <a:solidFill>
                  <a:prstClr val="black"/>
                </a:solidFill>
              </a:rPr>
              <a:t>β(3.75,2.875)</a:t>
            </a:r>
          </a:p>
        </p:txBody>
      </p:sp>
      <p:sp>
        <p:nvSpPr>
          <p:cNvPr id="68623" name="文本框 4"/>
          <p:cNvSpPr txBox="1">
            <a:spLocks noChangeArrowheads="1"/>
          </p:cNvSpPr>
          <p:nvPr/>
        </p:nvSpPr>
        <p:spPr bwMode="auto">
          <a:xfrm>
            <a:off x="3559175" y="38100"/>
            <a:ext cx="177165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prstClr val="black"/>
                </a:solidFill>
              </a:rPr>
              <a:t>Example</a:t>
            </a:r>
          </a:p>
        </p:txBody>
      </p:sp>
      <p:sp>
        <p:nvSpPr>
          <p:cNvPr id="68624" name="文本框 92"/>
          <p:cNvSpPr txBox="1">
            <a:spLocks noChangeArrowheads="1"/>
          </p:cNvSpPr>
          <p:nvPr/>
        </p:nvSpPr>
        <p:spPr bwMode="auto">
          <a:xfrm>
            <a:off x="449263" y="4989513"/>
            <a:ext cx="272415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>
                <a:solidFill>
                  <a:srgbClr val="FF0000"/>
                </a:solidFill>
              </a:rPr>
              <a:t>Step 3 again.</a:t>
            </a:r>
          </a:p>
        </p:txBody>
      </p:sp>
      <p:sp>
        <p:nvSpPr>
          <p:cNvPr id="68625" name="文本框 10"/>
          <p:cNvSpPr txBox="1">
            <a:spLocks noChangeArrowheads="1"/>
          </p:cNvSpPr>
          <p:nvPr/>
        </p:nvSpPr>
        <p:spPr bwMode="auto">
          <a:xfrm>
            <a:off x="417513" y="4471988"/>
            <a:ext cx="40306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400">
                <a:solidFill>
                  <a:prstClr val="black"/>
                </a:solidFill>
              </a:rPr>
              <a:t>α , β as the centre and K=2.</a:t>
            </a:r>
          </a:p>
        </p:txBody>
      </p:sp>
      <p:graphicFrame>
        <p:nvGraphicFramePr>
          <p:cNvPr id="68626" name="对象 82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5375275" y="755650"/>
          <a:ext cx="323215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95" r:id="rId6" imgW="1449272" imgH="457741" progId="Equation.KSEE3">
                  <p:embed/>
                </p:oleObj>
              </mc:Choice>
              <mc:Fallback>
                <p:oleObj r:id="rId6" imgW="1449272" imgH="457741" progId="Equation.KSEE3">
                  <p:embed/>
                  <p:pic>
                    <p:nvPicPr>
                      <p:cNvPr id="68626" name="对象 82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5275" y="755650"/>
                        <a:ext cx="323215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5" name="墨迹 84"/>
              <p14:cNvContentPartPr/>
              <p14:nvPr/>
            </p14:nvContentPartPr>
            <p14:xfrm>
              <a:off x="508000" y="1232958"/>
              <a:ext cx="1549400" cy="1402292"/>
            </p14:xfrm>
          </p:contentPart>
        </mc:Choice>
        <mc:Fallback xmlns="">
          <p:pic>
            <p:nvPicPr>
              <p:cNvPr id="85" name="墨迹 84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98640" y="1223600"/>
                <a:ext cx="1568120" cy="14210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6" name="墨迹 85"/>
              <p14:cNvContentPartPr/>
              <p14:nvPr/>
            </p14:nvContentPartPr>
            <p14:xfrm>
              <a:off x="2514600" y="2905125"/>
              <a:ext cx="1974850" cy="931333"/>
            </p14:xfrm>
          </p:contentPart>
        </mc:Choice>
        <mc:Fallback xmlns="">
          <p:pic>
            <p:nvPicPr>
              <p:cNvPr id="86" name="墨迹 85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505241" y="2895768"/>
                <a:ext cx="1993569" cy="950046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68629" name="对象 98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5476875" y="2022475"/>
          <a:ext cx="2751138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96" r:id="rId12" imgW="1233016" imgH="241485" progId="Equation.KSEE3">
                  <p:embed/>
                </p:oleObj>
              </mc:Choice>
              <mc:Fallback>
                <p:oleObj r:id="rId12" imgW="1233016" imgH="241485" progId="Equation.KSEE3">
                  <p:embed/>
                  <p:pic>
                    <p:nvPicPr>
                      <p:cNvPr id="68629" name="对象 98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76875" y="2022475"/>
                        <a:ext cx="2751138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30" name="对象 100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5453063" y="2994025"/>
          <a:ext cx="2843212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97" r:id="rId14" imgW="1258607" imgH="241485" progId="Equation.KSEE3">
                  <p:embed/>
                </p:oleObj>
              </mc:Choice>
              <mc:Fallback>
                <p:oleObj r:id="rId14" imgW="1258607" imgH="241485" progId="Equation.KSEE3">
                  <p:embed/>
                  <p:pic>
                    <p:nvPicPr>
                      <p:cNvPr id="68630" name="对象 100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53063" y="2994025"/>
                        <a:ext cx="2843212" cy="455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" name="圆角矩形 102"/>
          <p:cNvSpPr/>
          <p:nvPr/>
        </p:nvSpPr>
        <p:spPr>
          <a:xfrm>
            <a:off x="5057775" y="1911350"/>
            <a:ext cx="3906838" cy="173037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1" lang="zh-CN" altLang="en-US" noProof="1">
              <a:solidFill>
                <a:prstClr val="white"/>
              </a:solidFill>
            </a:endParaRPr>
          </a:p>
        </p:txBody>
      </p:sp>
      <p:sp>
        <p:nvSpPr>
          <p:cNvPr id="68632" name="文本框 104"/>
          <p:cNvSpPr txBox="1">
            <a:spLocks noChangeArrowheads="1"/>
          </p:cNvSpPr>
          <p:nvPr/>
        </p:nvSpPr>
        <p:spPr bwMode="auto">
          <a:xfrm>
            <a:off x="5154613" y="4017963"/>
            <a:ext cx="3713162" cy="138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/>
            <a:r>
              <a:rPr lang="en-US" altLang="zh-CN">
                <a:solidFill>
                  <a:prstClr val="black"/>
                </a:solidFill>
              </a:rPr>
              <a:t> </a:t>
            </a:r>
            <a:r>
              <a:rPr lang="en-US" altLang="zh-CN" sz="2800">
                <a:solidFill>
                  <a:prstClr val="black"/>
                </a:solidFill>
              </a:rPr>
              <a:t>  The new centers of the two clusters are P(1.6,4.8) and Q(4.8,1.6)</a:t>
            </a:r>
          </a:p>
        </p:txBody>
      </p:sp>
      <p:sp>
        <p:nvSpPr>
          <p:cNvPr id="107" name="圆角矩形 106"/>
          <p:cNvSpPr/>
          <p:nvPr/>
        </p:nvSpPr>
        <p:spPr>
          <a:xfrm>
            <a:off x="4927600" y="3836988"/>
            <a:ext cx="4124325" cy="173037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1" lang="zh-CN" altLang="en-US" noProof="1">
              <a:solidFill>
                <a:prstClr val="white"/>
              </a:solidFill>
            </a:endParaRPr>
          </a:p>
        </p:txBody>
      </p:sp>
      <p:sp>
        <p:nvSpPr>
          <p:cNvPr id="116" name="矩形 115"/>
          <p:cNvSpPr/>
          <p:nvPr/>
        </p:nvSpPr>
        <p:spPr>
          <a:xfrm>
            <a:off x="3494" y="7938"/>
            <a:ext cx="564515" cy="46166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kumimoji="1" lang="en-US" altLang="zh-CN" noProof="1">
                <a:ln w="12700">
                  <a:solidFill>
                    <a:srgbClr val="2F2F2F">
                      <a:lumMod val="75000"/>
                    </a:srgbClr>
                  </a:solidFill>
                  <a:prstDash val="solid"/>
                </a:ln>
                <a:pattFill prst="dkUpDiag">
                  <a:fgClr>
                    <a:srgbClr val="2F2F2F"/>
                  </a:fgClr>
                  <a:bgClr>
                    <a:srgbClr val="2F2F2F">
                      <a:lumMod val="20000"/>
                      <a:lumOff val="80000"/>
                    </a:srgbClr>
                  </a:bgClr>
                </a:pattFill>
                <a:effectLst>
                  <a:outerShdw dist="38100" dir="2640000" algn="bl" rotWithShape="0">
                    <a:srgbClr val="2F2F2F">
                      <a:lumMod val="75000"/>
                    </a:srgbClr>
                  </a:outerShdw>
                </a:effectLst>
                <a:latin typeface="Arial" charset="0"/>
                <a:ea typeface="宋体" charset="-122"/>
                <a:cs typeface="+mn-ea"/>
              </a:rPr>
              <a:t>8</a:t>
            </a:r>
            <a:endParaRPr kumimoji="1" lang="en-US" altLang="zh-CN" noProof="1">
              <a:ln w="12700">
                <a:solidFill>
                  <a:srgbClr val="2F2F2F">
                    <a:lumMod val="75000"/>
                  </a:srgbClr>
                </a:solidFill>
                <a:prstDash val="solid"/>
              </a:ln>
              <a:pattFill prst="dkUpDiag">
                <a:fgClr>
                  <a:srgbClr val="2F2F2F"/>
                </a:fgClr>
                <a:bgClr>
                  <a:srgbClr val="2F2F2F">
                    <a:lumMod val="20000"/>
                    <a:lumOff val="80000"/>
                  </a:srgbClr>
                </a:bgClr>
              </a:pattFill>
              <a:effectLst>
                <a:outerShdw dist="38100" dir="2640000" algn="bl" rotWithShape="0">
                  <a:srgbClr val="2F2F2F">
                    <a:lumMod val="75000"/>
                  </a:srgbClr>
                </a:outerShdw>
              </a:effectLst>
              <a:latin typeface="Times New Roman" pitchFamily="18" charset="0"/>
              <a:ea typeface="宋体" pitchFamily="2" charset="-12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17" name="墨迹 116"/>
              <p14:cNvContentPartPr/>
              <p14:nvPr/>
            </p14:nvContentPartPr>
            <p14:xfrm>
              <a:off x="876300" y="2106084"/>
              <a:ext cx="120650" cy="74083"/>
            </p14:xfrm>
          </p:contentPart>
        </mc:Choice>
        <mc:Fallback xmlns="">
          <p:pic>
            <p:nvPicPr>
              <p:cNvPr id="117" name="墨迹 116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66936" y="2096734"/>
                <a:ext cx="139378" cy="927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18" name="墨迹 117"/>
              <p14:cNvContentPartPr/>
              <p14:nvPr/>
            </p14:nvContentPartPr>
            <p14:xfrm>
              <a:off x="895350" y="2100792"/>
              <a:ext cx="107950" cy="79375"/>
            </p14:xfrm>
          </p:contentPart>
        </mc:Choice>
        <mc:Fallback xmlns="">
          <p:pic>
            <p:nvPicPr>
              <p:cNvPr id="118" name="墨迹 117"/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85994" y="2091454"/>
                <a:ext cx="126661" cy="9805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9" name="墨迹 118"/>
              <p14:cNvContentPartPr/>
              <p14:nvPr/>
            </p14:nvContentPartPr>
            <p14:xfrm>
              <a:off x="2641600" y="2794000"/>
              <a:ext cx="101600" cy="100542"/>
            </p14:xfrm>
          </p:contentPart>
        </mc:Choice>
        <mc:Fallback xmlns="">
          <p:pic>
            <p:nvPicPr>
              <p:cNvPr id="119" name="墨迹 118"/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632233" y="2784630"/>
                <a:ext cx="120335" cy="11928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0" name="墨迹 119"/>
              <p14:cNvContentPartPr/>
              <p14:nvPr/>
            </p14:nvContentPartPr>
            <p14:xfrm>
              <a:off x="2635250" y="2825750"/>
              <a:ext cx="152400" cy="74083"/>
            </p14:xfrm>
          </p:contentPart>
        </mc:Choice>
        <mc:Fallback xmlns="">
          <p:pic>
            <p:nvPicPr>
              <p:cNvPr id="120" name="墨迹 119"/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625883" y="2816400"/>
                <a:ext cx="171135" cy="92784"/>
              </a:xfrm>
              <a:prstGeom prst="rect">
                <a:avLst/>
              </a:prstGeom>
            </p:spPr>
          </p:pic>
        </mc:Fallback>
      </mc:AlternateContent>
      <p:sp>
        <p:nvSpPr>
          <p:cNvPr id="68639" name="文本框 121"/>
          <p:cNvSpPr txBox="1">
            <a:spLocks noChangeArrowheads="1"/>
          </p:cNvSpPr>
          <p:nvPr/>
        </p:nvSpPr>
        <p:spPr bwMode="auto">
          <a:xfrm>
            <a:off x="3241675" y="3879850"/>
            <a:ext cx="118110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0000"/>
                </a:solidFill>
              </a:rPr>
              <a:t>cluster 2</a:t>
            </a:r>
          </a:p>
        </p:txBody>
      </p:sp>
      <p:sp>
        <p:nvSpPr>
          <p:cNvPr id="68640" name="文本框 122"/>
          <p:cNvSpPr txBox="1">
            <a:spLocks noChangeArrowheads="1"/>
          </p:cNvSpPr>
          <p:nvPr/>
        </p:nvSpPr>
        <p:spPr bwMode="auto">
          <a:xfrm>
            <a:off x="466725" y="2687638"/>
            <a:ext cx="118110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0000"/>
                </a:solidFill>
              </a:rPr>
              <a:t>cluster 1</a:t>
            </a:r>
          </a:p>
        </p:txBody>
      </p:sp>
      <p:sp>
        <p:nvSpPr>
          <p:cNvPr id="68641" name="文本框 123"/>
          <p:cNvSpPr txBox="1">
            <a:spLocks noChangeArrowheads="1"/>
          </p:cNvSpPr>
          <p:nvPr/>
        </p:nvSpPr>
        <p:spPr bwMode="auto">
          <a:xfrm>
            <a:off x="6199188" y="2581275"/>
            <a:ext cx="16462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0000"/>
                </a:solidFill>
              </a:rPr>
              <a:t>new center</a:t>
            </a:r>
          </a:p>
        </p:txBody>
      </p:sp>
    </p:spTree>
    <p:extLst>
      <p:ext uri="{BB962C8B-B14F-4D97-AF65-F5344CB8AC3E}">
        <p14:creationId xmlns:p14="http://schemas.microsoft.com/office/powerpoint/2010/main" val="2445792407"/>
      </p:ext>
    </p:extLst>
  </p:cSld>
  <p:clrMapOvr>
    <a:masterClrMapping/>
  </p:clrMapOvr>
  <p:transition>
    <p:wipe dir="r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9634" name="对象 127"/>
          <p:cNvGraphicFramePr>
            <a:graphicFrameLocks/>
          </p:cNvGraphicFramePr>
          <p:nvPr/>
        </p:nvGraphicFramePr>
        <p:xfrm>
          <a:off x="158750" y="873125"/>
          <a:ext cx="4643438" cy="368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03" r:id="rId4" imgW="4647619" imgH="4428571" progId="excel.sheet.8">
                  <p:embed/>
                </p:oleObj>
              </mc:Choice>
              <mc:Fallback>
                <p:oleObj r:id="rId4" imgW="4647619" imgH="4428571" progId="excel.sheet.8">
                  <p:embed/>
                  <p:pic>
                    <p:nvPicPr>
                      <p:cNvPr id="69634" name="对象 127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50" y="873125"/>
                        <a:ext cx="4643438" cy="368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35" name="文本框 18"/>
          <p:cNvSpPr txBox="1">
            <a:spLocks noChangeArrowheads="1"/>
          </p:cNvSpPr>
          <p:nvPr/>
        </p:nvSpPr>
        <p:spPr bwMode="auto">
          <a:xfrm>
            <a:off x="876300" y="2671763"/>
            <a:ext cx="3556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400">
                <a:solidFill>
                  <a:prstClr val="black"/>
                </a:solidFill>
              </a:rPr>
              <a:t>A</a:t>
            </a:r>
          </a:p>
        </p:txBody>
      </p:sp>
      <p:sp>
        <p:nvSpPr>
          <p:cNvPr id="69636" name="文本框 19"/>
          <p:cNvSpPr txBox="1">
            <a:spLocks noChangeArrowheads="1"/>
          </p:cNvSpPr>
          <p:nvPr/>
        </p:nvSpPr>
        <p:spPr bwMode="auto">
          <a:xfrm>
            <a:off x="1597025" y="2732088"/>
            <a:ext cx="2746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400">
                <a:solidFill>
                  <a:prstClr val="black"/>
                </a:solidFill>
              </a:rPr>
              <a:t>B</a:t>
            </a:r>
          </a:p>
        </p:txBody>
      </p:sp>
      <p:sp>
        <p:nvSpPr>
          <p:cNvPr id="69637" name="文本框 20"/>
          <p:cNvSpPr txBox="1">
            <a:spLocks noChangeArrowheads="1"/>
          </p:cNvSpPr>
          <p:nvPr/>
        </p:nvSpPr>
        <p:spPr bwMode="auto">
          <a:xfrm>
            <a:off x="733425" y="2071688"/>
            <a:ext cx="3349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400">
                <a:solidFill>
                  <a:prstClr val="black"/>
                </a:solidFill>
              </a:rPr>
              <a:t>C</a:t>
            </a:r>
          </a:p>
        </p:txBody>
      </p:sp>
      <p:sp>
        <p:nvSpPr>
          <p:cNvPr id="69638" name="文本框 21"/>
          <p:cNvSpPr txBox="1">
            <a:spLocks noChangeArrowheads="1"/>
          </p:cNvSpPr>
          <p:nvPr/>
        </p:nvSpPr>
        <p:spPr bwMode="auto">
          <a:xfrm>
            <a:off x="1739900" y="2011363"/>
            <a:ext cx="3349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400">
                <a:solidFill>
                  <a:prstClr val="black"/>
                </a:solidFill>
              </a:rPr>
              <a:t>D</a:t>
            </a:r>
          </a:p>
        </p:txBody>
      </p:sp>
      <p:sp>
        <p:nvSpPr>
          <p:cNvPr id="69639" name="文本框 22"/>
          <p:cNvSpPr txBox="1">
            <a:spLocks noChangeArrowheads="1"/>
          </p:cNvSpPr>
          <p:nvPr/>
        </p:nvSpPr>
        <p:spPr bwMode="auto">
          <a:xfrm>
            <a:off x="1450975" y="1651000"/>
            <a:ext cx="3365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400">
                <a:solidFill>
                  <a:prstClr val="black"/>
                </a:solidFill>
              </a:rPr>
              <a:t>E</a:t>
            </a:r>
          </a:p>
        </p:txBody>
      </p:sp>
      <p:sp>
        <p:nvSpPr>
          <p:cNvPr id="69640" name="文本框 23"/>
          <p:cNvSpPr txBox="1">
            <a:spLocks noChangeArrowheads="1"/>
          </p:cNvSpPr>
          <p:nvPr/>
        </p:nvSpPr>
        <p:spPr bwMode="auto">
          <a:xfrm>
            <a:off x="2778125" y="3336925"/>
            <a:ext cx="3349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400">
                <a:solidFill>
                  <a:prstClr val="black"/>
                </a:solidFill>
              </a:rPr>
              <a:t>F</a:t>
            </a:r>
          </a:p>
        </p:txBody>
      </p:sp>
      <p:sp>
        <p:nvSpPr>
          <p:cNvPr id="69641" name="文本框 24"/>
          <p:cNvSpPr txBox="1">
            <a:spLocks noChangeArrowheads="1"/>
          </p:cNvSpPr>
          <p:nvPr/>
        </p:nvSpPr>
        <p:spPr bwMode="auto">
          <a:xfrm>
            <a:off x="2725738" y="3932238"/>
            <a:ext cx="3349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400">
                <a:solidFill>
                  <a:prstClr val="black"/>
                </a:solidFill>
              </a:rPr>
              <a:t>I</a:t>
            </a:r>
          </a:p>
        </p:txBody>
      </p:sp>
      <p:sp>
        <p:nvSpPr>
          <p:cNvPr id="69642" name="文本框 25"/>
          <p:cNvSpPr txBox="1">
            <a:spLocks noChangeArrowheads="1"/>
          </p:cNvSpPr>
          <p:nvPr/>
        </p:nvSpPr>
        <p:spPr bwMode="auto">
          <a:xfrm>
            <a:off x="3397250" y="3330575"/>
            <a:ext cx="4032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400">
                <a:solidFill>
                  <a:prstClr val="black"/>
                </a:solidFill>
              </a:rPr>
              <a:t>G</a:t>
            </a:r>
          </a:p>
        </p:txBody>
      </p:sp>
      <p:sp>
        <p:nvSpPr>
          <p:cNvPr id="69643" name="文本框 26"/>
          <p:cNvSpPr txBox="1">
            <a:spLocks noChangeArrowheads="1"/>
          </p:cNvSpPr>
          <p:nvPr/>
        </p:nvSpPr>
        <p:spPr bwMode="auto">
          <a:xfrm>
            <a:off x="3311525" y="3927475"/>
            <a:ext cx="3365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400">
                <a:solidFill>
                  <a:prstClr val="black"/>
                </a:solidFill>
              </a:rPr>
              <a:t>J</a:t>
            </a:r>
          </a:p>
        </p:txBody>
      </p:sp>
      <p:sp>
        <p:nvSpPr>
          <p:cNvPr id="69644" name="文本框 27"/>
          <p:cNvSpPr txBox="1">
            <a:spLocks noChangeArrowheads="1"/>
          </p:cNvSpPr>
          <p:nvPr/>
        </p:nvSpPr>
        <p:spPr bwMode="auto">
          <a:xfrm>
            <a:off x="4032250" y="3314700"/>
            <a:ext cx="3349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400">
                <a:solidFill>
                  <a:prstClr val="black"/>
                </a:solidFill>
              </a:rPr>
              <a:t>H</a:t>
            </a:r>
          </a:p>
        </p:txBody>
      </p:sp>
      <p:sp>
        <p:nvSpPr>
          <p:cNvPr id="69645" name="文本框 28"/>
          <p:cNvSpPr txBox="1">
            <a:spLocks noChangeArrowheads="1"/>
          </p:cNvSpPr>
          <p:nvPr/>
        </p:nvSpPr>
        <p:spPr bwMode="auto">
          <a:xfrm>
            <a:off x="1316038" y="2289175"/>
            <a:ext cx="9064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400">
                <a:solidFill>
                  <a:prstClr val="black"/>
                </a:solidFill>
              </a:rPr>
              <a:t>P(1.6,4.8)</a:t>
            </a:r>
          </a:p>
        </p:txBody>
      </p:sp>
      <p:sp>
        <p:nvSpPr>
          <p:cNvPr id="69646" name="文本框 29"/>
          <p:cNvSpPr txBox="1">
            <a:spLocks noChangeArrowheads="1"/>
          </p:cNvSpPr>
          <p:nvPr/>
        </p:nvSpPr>
        <p:spPr bwMode="auto">
          <a:xfrm>
            <a:off x="3351213" y="3567113"/>
            <a:ext cx="12477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400">
                <a:solidFill>
                  <a:prstClr val="black"/>
                </a:solidFill>
              </a:rPr>
              <a:t>Q(4.8,1.6)</a:t>
            </a:r>
          </a:p>
        </p:txBody>
      </p:sp>
      <p:sp>
        <p:nvSpPr>
          <p:cNvPr id="69647" name="文本框 5"/>
          <p:cNvSpPr txBox="1">
            <a:spLocks noChangeArrowheads="1"/>
          </p:cNvSpPr>
          <p:nvPr/>
        </p:nvSpPr>
        <p:spPr bwMode="auto">
          <a:xfrm>
            <a:off x="3559175" y="38100"/>
            <a:ext cx="177165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prstClr val="black"/>
                </a:solidFill>
              </a:rPr>
              <a:t>Example</a:t>
            </a:r>
          </a:p>
        </p:txBody>
      </p:sp>
      <p:pic>
        <p:nvPicPr>
          <p:cNvPr id="69648" name="图片 99"/>
          <p:cNvPicPr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050" y="469900"/>
            <a:ext cx="2311400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69649" name="对象 7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5765800" y="1160463"/>
          <a:ext cx="501650" cy="236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04" r:id="rId7" imgW="381933" imgH="216236" progId="Equation.KSEE3">
                  <p:embed/>
                </p:oleObj>
              </mc:Choice>
              <mc:Fallback>
                <p:oleObj r:id="rId7" imgW="381933" imgH="216236" progId="Equation.KSEE3">
                  <p:embed/>
                  <p:pic>
                    <p:nvPicPr>
                      <p:cNvPr id="69649" name="对象 7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5800" y="1160463"/>
                        <a:ext cx="501650" cy="236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50" name="对象 20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5764213" y="1454150"/>
          <a:ext cx="501650" cy="236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05" r:id="rId9" imgW="381933" imgH="216236" progId="Equation.KSEE3">
                  <p:embed/>
                </p:oleObj>
              </mc:Choice>
              <mc:Fallback>
                <p:oleObj r:id="rId9" imgW="381933" imgH="216236" progId="Equation.KSEE3">
                  <p:embed/>
                  <p:pic>
                    <p:nvPicPr>
                      <p:cNvPr id="69650" name="对象 20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4213" y="1454150"/>
                        <a:ext cx="501650" cy="236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51" name="对象 22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5762625" y="1782763"/>
          <a:ext cx="519113" cy="250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06" r:id="rId11" imgW="394567" imgH="229232" progId="Equation.KSEE3">
                  <p:embed/>
                </p:oleObj>
              </mc:Choice>
              <mc:Fallback>
                <p:oleObj r:id="rId11" imgW="394567" imgH="229232" progId="Equation.KSEE3">
                  <p:embed/>
                  <p:pic>
                    <p:nvPicPr>
                      <p:cNvPr id="69651" name="对象 22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2625" y="1782763"/>
                        <a:ext cx="519113" cy="250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52" name="对象 24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5765800" y="2051050"/>
          <a:ext cx="519113" cy="236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07" r:id="rId13" imgW="394567" imgH="216236" progId="Equation.KSEE3">
                  <p:embed/>
                </p:oleObj>
              </mc:Choice>
              <mc:Fallback>
                <p:oleObj r:id="rId13" imgW="394567" imgH="216236" progId="Equation.KSEE3">
                  <p:embed/>
                  <p:pic>
                    <p:nvPicPr>
                      <p:cNvPr id="69652" name="对象 24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5800" y="2051050"/>
                        <a:ext cx="519113" cy="236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53" name="对象 26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5756275" y="2663825"/>
          <a:ext cx="517525" cy="236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08" r:id="rId15" imgW="394567" imgH="216236" progId="Equation.KSEE3">
                  <p:embed/>
                </p:oleObj>
              </mc:Choice>
              <mc:Fallback>
                <p:oleObj r:id="rId15" imgW="394567" imgH="216236" progId="Equation.KSEE3">
                  <p:embed/>
                  <p:pic>
                    <p:nvPicPr>
                      <p:cNvPr id="69653" name="对象 26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6275" y="2663825"/>
                        <a:ext cx="517525" cy="236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54" name="对象 28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5780088" y="2997200"/>
          <a:ext cx="519112" cy="252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09" r:id="rId17" imgW="394567" imgH="229232" progId="Equation.KSEE3">
                  <p:embed/>
                </p:oleObj>
              </mc:Choice>
              <mc:Fallback>
                <p:oleObj r:id="rId17" imgW="394567" imgH="229232" progId="Equation.KSEE3">
                  <p:embed/>
                  <p:pic>
                    <p:nvPicPr>
                      <p:cNvPr id="69654" name="对象 28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0088" y="2997200"/>
                        <a:ext cx="519112" cy="252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55" name="对象 30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5768975" y="3281363"/>
          <a:ext cx="534988" cy="236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10" r:id="rId19" imgW="407202" imgH="216236" progId="Equation.KSEE3">
                  <p:embed/>
                </p:oleObj>
              </mc:Choice>
              <mc:Fallback>
                <p:oleObj r:id="rId19" imgW="407202" imgH="216236" progId="Equation.KSEE3">
                  <p:embed/>
                  <p:pic>
                    <p:nvPicPr>
                      <p:cNvPr id="69655" name="对象 30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8975" y="3281363"/>
                        <a:ext cx="534988" cy="236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56" name="对象 32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5770563" y="3598863"/>
          <a:ext cx="484187" cy="236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11" r:id="rId21" imgW="369298" imgH="216236" progId="Equation.KSEE3">
                  <p:embed/>
                </p:oleObj>
              </mc:Choice>
              <mc:Fallback>
                <p:oleObj r:id="rId21" imgW="369298" imgH="216236" progId="Equation.KSEE3">
                  <p:embed/>
                  <p:pic>
                    <p:nvPicPr>
                      <p:cNvPr id="69656" name="对象 32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0563" y="3598863"/>
                        <a:ext cx="484187" cy="236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57" name="对象 34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5756275" y="3881438"/>
          <a:ext cx="501650" cy="250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12" r:id="rId23" imgW="381933" imgH="229232" progId="Equation.KSEE3">
                  <p:embed/>
                </p:oleObj>
              </mc:Choice>
              <mc:Fallback>
                <p:oleObj r:id="rId23" imgW="381933" imgH="229232" progId="Equation.KSEE3">
                  <p:embed/>
                  <p:pic>
                    <p:nvPicPr>
                      <p:cNvPr id="69657" name="对象 34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6275" y="3881438"/>
                        <a:ext cx="501650" cy="250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58" name="对象 36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5756275" y="2382838"/>
          <a:ext cx="501650" cy="236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13" r:id="rId25" imgW="381933" imgH="216236" progId="Equation.KSEE3">
                  <p:embed/>
                </p:oleObj>
              </mc:Choice>
              <mc:Fallback>
                <p:oleObj r:id="rId25" imgW="381933" imgH="216236" progId="Equation.KSEE3">
                  <p:embed/>
                  <p:pic>
                    <p:nvPicPr>
                      <p:cNvPr id="69658" name="对象 36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6275" y="2382838"/>
                        <a:ext cx="501650" cy="236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59" name="对象 38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7620000" y="1163638"/>
          <a:ext cx="501650" cy="265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14" r:id="rId27" imgW="381933" imgH="241867" progId="Equation.KSEE3">
                  <p:embed/>
                </p:oleObj>
              </mc:Choice>
              <mc:Fallback>
                <p:oleObj r:id="rId27" imgW="381933" imgH="241867" progId="Equation.KSEE3">
                  <p:embed/>
                  <p:pic>
                    <p:nvPicPr>
                      <p:cNvPr id="69659" name="对象 38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0" y="1163638"/>
                        <a:ext cx="501650" cy="265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60" name="对象 40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7626350" y="1457325"/>
          <a:ext cx="501650" cy="26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15" r:id="rId29" imgW="381933" imgH="241867" progId="Equation.KSEE3">
                  <p:embed/>
                </p:oleObj>
              </mc:Choice>
              <mc:Fallback>
                <p:oleObj r:id="rId29" imgW="381933" imgH="241867" progId="Equation.KSEE3">
                  <p:embed/>
                  <p:pic>
                    <p:nvPicPr>
                      <p:cNvPr id="69660" name="对象 40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6350" y="1457325"/>
                        <a:ext cx="501650" cy="263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61" name="对象 42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7626350" y="1785938"/>
          <a:ext cx="517525" cy="265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16" r:id="rId31" imgW="394567" imgH="241867" progId="Equation.KSEE3">
                  <p:embed/>
                </p:oleObj>
              </mc:Choice>
              <mc:Fallback>
                <p:oleObj r:id="rId31" imgW="394567" imgH="241867" progId="Equation.KSEE3">
                  <p:embed/>
                  <p:pic>
                    <p:nvPicPr>
                      <p:cNvPr id="69661" name="对象 42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6350" y="1785938"/>
                        <a:ext cx="517525" cy="265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62" name="对象 44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7627938" y="2060575"/>
          <a:ext cx="519112" cy="26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17" r:id="rId33" imgW="394567" imgH="241867" progId="Equation.KSEE3">
                  <p:embed/>
                </p:oleObj>
              </mc:Choice>
              <mc:Fallback>
                <p:oleObj r:id="rId33" imgW="394567" imgH="241867" progId="Equation.KSEE3">
                  <p:embed/>
                  <p:pic>
                    <p:nvPicPr>
                      <p:cNvPr id="69662" name="对象 44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7938" y="2060575"/>
                        <a:ext cx="519112" cy="263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63" name="对象 46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7618413" y="2671763"/>
          <a:ext cx="519112" cy="265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18" r:id="rId35" imgW="394567" imgH="241867" progId="Equation.KSEE3">
                  <p:embed/>
                </p:oleObj>
              </mc:Choice>
              <mc:Fallback>
                <p:oleObj r:id="rId35" imgW="394567" imgH="241867" progId="Equation.KSEE3">
                  <p:embed/>
                  <p:pic>
                    <p:nvPicPr>
                      <p:cNvPr id="69663" name="对象 46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18413" y="2671763"/>
                        <a:ext cx="519112" cy="265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64" name="对象 48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7642225" y="2992438"/>
          <a:ext cx="519113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19" r:id="rId37" imgW="394567" imgH="241867" progId="Equation.KSEE3">
                  <p:embed/>
                </p:oleObj>
              </mc:Choice>
              <mc:Fallback>
                <p:oleObj r:id="rId37" imgW="394567" imgH="241867" progId="Equation.KSEE3">
                  <p:embed/>
                  <p:pic>
                    <p:nvPicPr>
                      <p:cNvPr id="69664" name="对象 48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42225" y="2992438"/>
                        <a:ext cx="519113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65" name="对象 50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7642225" y="3290888"/>
          <a:ext cx="533400" cy="265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20" r:id="rId39" imgW="407042" imgH="241771" progId="Equation.KSEE3">
                  <p:embed/>
                </p:oleObj>
              </mc:Choice>
              <mc:Fallback>
                <p:oleObj r:id="rId39" imgW="407042" imgH="241771" progId="Equation.KSEE3">
                  <p:embed/>
                  <p:pic>
                    <p:nvPicPr>
                      <p:cNvPr id="69665" name="对象 50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42225" y="3290888"/>
                        <a:ext cx="533400" cy="265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66" name="对象 52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7632700" y="3602038"/>
          <a:ext cx="485775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21" r:id="rId41" imgW="369298" imgH="241867" progId="Equation.KSEE3">
                  <p:embed/>
                </p:oleObj>
              </mc:Choice>
              <mc:Fallback>
                <p:oleObj r:id="rId41" imgW="369298" imgH="241867" progId="Equation.KSEE3">
                  <p:embed/>
                  <p:pic>
                    <p:nvPicPr>
                      <p:cNvPr id="69666" name="对象 52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32700" y="3602038"/>
                        <a:ext cx="485775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67" name="对象 54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7639050" y="3873500"/>
          <a:ext cx="50165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22" r:id="rId43" imgW="381933" imgH="241867" progId="Equation.KSEE3">
                  <p:embed/>
                </p:oleObj>
              </mc:Choice>
              <mc:Fallback>
                <p:oleObj r:id="rId43" imgW="381933" imgH="241867" progId="Equation.KSEE3">
                  <p:embed/>
                  <p:pic>
                    <p:nvPicPr>
                      <p:cNvPr id="69667" name="对象 54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39050" y="3873500"/>
                        <a:ext cx="50165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68" name="对象 56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7618413" y="2386013"/>
          <a:ext cx="519112" cy="265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23" r:id="rId45" imgW="394567" imgH="241867" progId="Equation.KSEE3">
                  <p:embed/>
                </p:oleObj>
              </mc:Choice>
              <mc:Fallback>
                <p:oleObj r:id="rId45" imgW="394567" imgH="241867" progId="Equation.KSEE3">
                  <p:embed/>
                  <p:pic>
                    <p:nvPicPr>
                      <p:cNvPr id="69668" name="对象 56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18413" y="2386013"/>
                        <a:ext cx="519112" cy="265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69" name="文本框 58"/>
          <p:cNvSpPr txBox="1">
            <a:spLocks noChangeArrowheads="1"/>
          </p:cNvSpPr>
          <p:nvPr/>
        </p:nvSpPr>
        <p:spPr bwMode="auto">
          <a:xfrm>
            <a:off x="6289675" y="1154113"/>
            <a:ext cx="47625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prstClr val="black"/>
                </a:solidFill>
              </a:rPr>
              <a:t>1</a:t>
            </a:r>
          </a:p>
        </p:txBody>
      </p:sp>
      <p:sp>
        <p:nvSpPr>
          <p:cNvPr id="69670" name="文本框 59"/>
          <p:cNvSpPr txBox="1">
            <a:spLocks noChangeArrowheads="1"/>
          </p:cNvSpPr>
          <p:nvPr/>
        </p:nvSpPr>
        <p:spPr bwMode="auto">
          <a:xfrm>
            <a:off x="6281738" y="1489075"/>
            <a:ext cx="6381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prstClr val="black"/>
                </a:solidFill>
              </a:rPr>
              <a:t>0.89</a:t>
            </a:r>
          </a:p>
        </p:txBody>
      </p:sp>
      <p:sp>
        <p:nvSpPr>
          <p:cNvPr id="69671" name="文本框 60"/>
          <p:cNvSpPr txBox="1">
            <a:spLocks noChangeArrowheads="1"/>
          </p:cNvSpPr>
          <p:nvPr/>
        </p:nvSpPr>
        <p:spPr bwMode="auto">
          <a:xfrm>
            <a:off x="6291263" y="1781175"/>
            <a:ext cx="588962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prstClr val="black"/>
                </a:solidFill>
              </a:rPr>
              <a:t>0.63</a:t>
            </a:r>
          </a:p>
        </p:txBody>
      </p:sp>
      <p:sp>
        <p:nvSpPr>
          <p:cNvPr id="69672" name="文本框 61"/>
          <p:cNvSpPr txBox="1">
            <a:spLocks noChangeArrowheads="1"/>
          </p:cNvSpPr>
          <p:nvPr/>
        </p:nvSpPr>
        <p:spPr bwMode="auto">
          <a:xfrm>
            <a:off x="6267450" y="2027238"/>
            <a:ext cx="6000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prstClr val="black"/>
                </a:solidFill>
              </a:rPr>
              <a:t>0.45</a:t>
            </a:r>
          </a:p>
        </p:txBody>
      </p:sp>
      <p:sp>
        <p:nvSpPr>
          <p:cNvPr id="69673" name="文本框 62"/>
          <p:cNvSpPr txBox="1">
            <a:spLocks noChangeArrowheads="1"/>
          </p:cNvSpPr>
          <p:nvPr/>
        </p:nvSpPr>
        <p:spPr bwMode="auto">
          <a:xfrm>
            <a:off x="6300788" y="2387600"/>
            <a:ext cx="7937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prstClr val="black"/>
                </a:solidFill>
              </a:rPr>
              <a:t>1.26</a:t>
            </a:r>
          </a:p>
        </p:txBody>
      </p:sp>
      <p:sp>
        <p:nvSpPr>
          <p:cNvPr id="69674" name="文本框 63"/>
          <p:cNvSpPr txBox="1">
            <a:spLocks noChangeArrowheads="1"/>
          </p:cNvSpPr>
          <p:nvPr/>
        </p:nvSpPr>
        <p:spPr bwMode="auto">
          <a:xfrm>
            <a:off x="6288088" y="2627313"/>
            <a:ext cx="804862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prstClr val="black"/>
                </a:solidFill>
              </a:rPr>
              <a:t>3.69</a:t>
            </a:r>
          </a:p>
        </p:txBody>
      </p:sp>
      <p:sp>
        <p:nvSpPr>
          <p:cNvPr id="69675" name="文本框 64"/>
          <p:cNvSpPr txBox="1">
            <a:spLocks noChangeArrowheads="1"/>
          </p:cNvSpPr>
          <p:nvPr/>
        </p:nvSpPr>
        <p:spPr bwMode="auto">
          <a:xfrm>
            <a:off x="6303963" y="2989263"/>
            <a:ext cx="655637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prstClr val="black"/>
                </a:solidFill>
              </a:rPr>
              <a:t>4.40</a:t>
            </a:r>
          </a:p>
        </p:txBody>
      </p:sp>
      <p:sp>
        <p:nvSpPr>
          <p:cNvPr id="69676" name="文本框 65"/>
          <p:cNvSpPr txBox="1">
            <a:spLocks noChangeArrowheads="1"/>
          </p:cNvSpPr>
          <p:nvPr/>
        </p:nvSpPr>
        <p:spPr bwMode="auto">
          <a:xfrm>
            <a:off x="6291263" y="3270250"/>
            <a:ext cx="709612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prstClr val="black"/>
                </a:solidFill>
              </a:rPr>
              <a:t>5.22</a:t>
            </a:r>
          </a:p>
        </p:txBody>
      </p:sp>
      <p:sp>
        <p:nvSpPr>
          <p:cNvPr id="69677" name="文本框 66"/>
          <p:cNvSpPr txBox="1">
            <a:spLocks noChangeArrowheads="1"/>
          </p:cNvSpPr>
          <p:nvPr/>
        </p:nvSpPr>
        <p:spPr bwMode="auto">
          <a:xfrm>
            <a:off x="6300788" y="3578225"/>
            <a:ext cx="78263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prstClr val="black"/>
                </a:solidFill>
              </a:rPr>
              <a:t>4.49</a:t>
            </a:r>
          </a:p>
        </p:txBody>
      </p:sp>
      <p:sp>
        <p:nvSpPr>
          <p:cNvPr id="69678" name="文本框 67"/>
          <p:cNvSpPr txBox="1">
            <a:spLocks noChangeArrowheads="1"/>
          </p:cNvSpPr>
          <p:nvPr/>
        </p:nvSpPr>
        <p:spPr bwMode="auto">
          <a:xfrm>
            <a:off x="6299200" y="3868738"/>
            <a:ext cx="7620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prstClr val="black"/>
                </a:solidFill>
              </a:rPr>
              <a:t>5.10</a:t>
            </a:r>
          </a:p>
        </p:txBody>
      </p:sp>
      <p:sp>
        <p:nvSpPr>
          <p:cNvPr id="69679" name="文本框 68"/>
          <p:cNvSpPr txBox="1">
            <a:spLocks noChangeArrowheads="1"/>
          </p:cNvSpPr>
          <p:nvPr/>
        </p:nvSpPr>
        <p:spPr bwMode="auto">
          <a:xfrm>
            <a:off x="8121650" y="1162050"/>
            <a:ext cx="6096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prstClr val="black"/>
                </a:solidFill>
              </a:rPr>
              <a:t>4.49</a:t>
            </a:r>
          </a:p>
        </p:txBody>
      </p:sp>
      <p:sp>
        <p:nvSpPr>
          <p:cNvPr id="69680" name="文本框 69"/>
          <p:cNvSpPr txBox="1">
            <a:spLocks noChangeArrowheads="1"/>
          </p:cNvSpPr>
          <p:nvPr/>
        </p:nvSpPr>
        <p:spPr bwMode="auto">
          <a:xfrm>
            <a:off x="8113713" y="1497013"/>
            <a:ext cx="65405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prstClr val="black"/>
                </a:solidFill>
              </a:rPr>
              <a:t>3.69</a:t>
            </a:r>
          </a:p>
        </p:txBody>
      </p:sp>
      <p:sp>
        <p:nvSpPr>
          <p:cNvPr id="69681" name="文本框 70"/>
          <p:cNvSpPr txBox="1">
            <a:spLocks noChangeArrowheads="1"/>
          </p:cNvSpPr>
          <p:nvPr/>
        </p:nvSpPr>
        <p:spPr bwMode="auto">
          <a:xfrm>
            <a:off x="8123238" y="1787525"/>
            <a:ext cx="7016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prstClr val="black"/>
                </a:solidFill>
              </a:rPr>
              <a:t>5.10</a:t>
            </a:r>
          </a:p>
        </p:txBody>
      </p:sp>
      <p:sp>
        <p:nvSpPr>
          <p:cNvPr id="69682" name="文本框 71"/>
          <p:cNvSpPr txBox="1">
            <a:spLocks noChangeArrowheads="1"/>
          </p:cNvSpPr>
          <p:nvPr/>
        </p:nvSpPr>
        <p:spPr bwMode="auto">
          <a:xfrm>
            <a:off x="8099425" y="2035175"/>
            <a:ext cx="6667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prstClr val="black"/>
                </a:solidFill>
              </a:rPr>
              <a:t>4.4</a:t>
            </a:r>
          </a:p>
        </p:txBody>
      </p:sp>
      <p:sp>
        <p:nvSpPr>
          <p:cNvPr id="69683" name="文本框 72"/>
          <p:cNvSpPr txBox="1">
            <a:spLocks noChangeArrowheads="1"/>
          </p:cNvSpPr>
          <p:nvPr/>
        </p:nvSpPr>
        <p:spPr bwMode="auto">
          <a:xfrm>
            <a:off x="8156575" y="2414588"/>
            <a:ext cx="79375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prstClr val="black"/>
                </a:solidFill>
              </a:rPr>
              <a:t>5.22</a:t>
            </a:r>
          </a:p>
        </p:txBody>
      </p:sp>
      <p:sp>
        <p:nvSpPr>
          <p:cNvPr id="69684" name="文本框 73"/>
          <p:cNvSpPr txBox="1">
            <a:spLocks noChangeArrowheads="1"/>
          </p:cNvSpPr>
          <p:nvPr/>
        </p:nvSpPr>
        <p:spPr bwMode="auto">
          <a:xfrm>
            <a:off x="8143875" y="2654300"/>
            <a:ext cx="8032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prstClr val="black"/>
                </a:solidFill>
              </a:rPr>
              <a:t>0.89</a:t>
            </a:r>
          </a:p>
        </p:txBody>
      </p:sp>
      <p:sp>
        <p:nvSpPr>
          <p:cNvPr id="69685" name="文本框 74"/>
          <p:cNvSpPr txBox="1">
            <a:spLocks noChangeArrowheads="1"/>
          </p:cNvSpPr>
          <p:nvPr/>
        </p:nvSpPr>
        <p:spPr bwMode="auto">
          <a:xfrm>
            <a:off x="8135938" y="2995613"/>
            <a:ext cx="655637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prstClr val="black"/>
                </a:solidFill>
              </a:rPr>
              <a:t>0.45</a:t>
            </a:r>
          </a:p>
        </p:txBody>
      </p:sp>
      <p:sp>
        <p:nvSpPr>
          <p:cNvPr id="69686" name="文本框 75"/>
          <p:cNvSpPr txBox="1">
            <a:spLocks noChangeArrowheads="1"/>
          </p:cNvSpPr>
          <p:nvPr/>
        </p:nvSpPr>
        <p:spPr bwMode="auto">
          <a:xfrm>
            <a:off x="8124825" y="3278188"/>
            <a:ext cx="70802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prstClr val="black"/>
                </a:solidFill>
              </a:rPr>
              <a:t>1.26</a:t>
            </a:r>
          </a:p>
        </p:txBody>
      </p:sp>
      <p:sp>
        <p:nvSpPr>
          <p:cNvPr id="69687" name="文本框 76"/>
          <p:cNvSpPr txBox="1">
            <a:spLocks noChangeArrowheads="1"/>
          </p:cNvSpPr>
          <p:nvPr/>
        </p:nvSpPr>
        <p:spPr bwMode="auto">
          <a:xfrm>
            <a:off x="8132763" y="3586163"/>
            <a:ext cx="782637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prstClr val="black"/>
                </a:solidFill>
              </a:rPr>
              <a:t>1</a:t>
            </a:r>
          </a:p>
        </p:txBody>
      </p:sp>
      <p:sp>
        <p:nvSpPr>
          <p:cNvPr id="69688" name="文本框 77"/>
          <p:cNvSpPr txBox="1">
            <a:spLocks noChangeArrowheads="1"/>
          </p:cNvSpPr>
          <p:nvPr/>
        </p:nvSpPr>
        <p:spPr bwMode="auto">
          <a:xfrm>
            <a:off x="8131175" y="3875088"/>
            <a:ext cx="7620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prstClr val="black"/>
                </a:solidFill>
              </a:rPr>
              <a:t>0.63</a:t>
            </a:r>
          </a:p>
        </p:txBody>
      </p:sp>
      <p:sp>
        <p:nvSpPr>
          <p:cNvPr id="69689" name="文本框 80"/>
          <p:cNvSpPr txBox="1">
            <a:spLocks noChangeArrowheads="1"/>
          </p:cNvSpPr>
          <p:nvPr/>
        </p:nvSpPr>
        <p:spPr bwMode="auto">
          <a:xfrm>
            <a:off x="6965950" y="1111250"/>
            <a:ext cx="3825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prstClr val="black"/>
                </a:solidFill>
              </a:rPr>
              <a:t>&lt;</a:t>
            </a:r>
          </a:p>
        </p:txBody>
      </p:sp>
      <p:sp>
        <p:nvSpPr>
          <p:cNvPr id="69690" name="文本框 81"/>
          <p:cNvSpPr txBox="1">
            <a:spLocks noChangeArrowheads="1"/>
          </p:cNvSpPr>
          <p:nvPr/>
        </p:nvSpPr>
        <p:spPr bwMode="auto">
          <a:xfrm>
            <a:off x="6967538" y="1743075"/>
            <a:ext cx="3825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prstClr val="black"/>
                </a:solidFill>
              </a:rPr>
              <a:t>&lt;</a:t>
            </a:r>
          </a:p>
        </p:txBody>
      </p:sp>
      <p:sp>
        <p:nvSpPr>
          <p:cNvPr id="69691" name="文本框 86"/>
          <p:cNvSpPr txBox="1">
            <a:spLocks noChangeArrowheads="1"/>
          </p:cNvSpPr>
          <p:nvPr/>
        </p:nvSpPr>
        <p:spPr bwMode="auto">
          <a:xfrm>
            <a:off x="6994525" y="2600325"/>
            <a:ext cx="3825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prstClr val="black"/>
                </a:solidFill>
              </a:rPr>
              <a:t>&gt;</a:t>
            </a:r>
          </a:p>
        </p:txBody>
      </p:sp>
      <p:sp>
        <p:nvSpPr>
          <p:cNvPr id="69692" name="文本框 87"/>
          <p:cNvSpPr txBox="1">
            <a:spLocks noChangeArrowheads="1"/>
          </p:cNvSpPr>
          <p:nvPr/>
        </p:nvSpPr>
        <p:spPr bwMode="auto">
          <a:xfrm>
            <a:off x="6985000" y="2944813"/>
            <a:ext cx="381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prstClr val="black"/>
                </a:solidFill>
              </a:rPr>
              <a:t>&gt;</a:t>
            </a:r>
          </a:p>
        </p:txBody>
      </p:sp>
      <p:sp>
        <p:nvSpPr>
          <p:cNvPr id="69693" name="文本框 88"/>
          <p:cNvSpPr txBox="1">
            <a:spLocks noChangeArrowheads="1"/>
          </p:cNvSpPr>
          <p:nvPr/>
        </p:nvSpPr>
        <p:spPr bwMode="auto">
          <a:xfrm>
            <a:off x="6985000" y="3213100"/>
            <a:ext cx="3825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prstClr val="black"/>
                </a:solidFill>
              </a:rPr>
              <a:t>&gt;</a:t>
            </a:r>
          </a:p>
        </p:txBody>
      </p:sp>
      <p:sp>
        <p:nvSpPr>
          <p:cNvPr id="69694" name="文本框 89"/>
          <p:cNvSpPr txBox="1">
            <a:spLocks noChangeArrowheads="1"/>
          </p:cNvSpPr>
          <p:nvPr/>
        </p:nvSpPr>
        <p:spPr bwMode="auto">
          <a:xfrm>
            <a:off x="6975475" y="3529013"/>
            <a:ext cx="38258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prstClr val="black"/>
                </a:solidFill>
              </a:rPr>
              <a:t>&gt;</a:t>
            </a:r>
          </a:p>
        </p:txBody>
      </p:sp>
      <p:sp>
        <p:nvSpPr>
          <p:cNvPr id="69695" name="文本框 90"/>
          <p:cNvSpPr txBox="1">
            <a:spLocks noChangeArrowheads="1"/>
          </p:cNvSpPr>
          <p:nvPr/>
        </p:nvSpPr>
        <p:spPr bwMode="auto">
          <a:xfrm>
            <a:off x="6977063" y="3824288"/>
            <a:ext cx="3825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prstClr val="black"/>
                </a:solidFill>
              </a:rPr>
              <a:t>&gt;</a:t>
            </a:r>
          </a:p>
        </p:txBody>
      </p:sp>
      <p:sp>
        <p:nvSpPr>
          <p:cNvPr id="69696" name="文本框 9"/>
          <p:cNvSpPr txBox="1">
            <a:spLocks noChangeArrowheads="1"/>
          </p:cNvSpPr>
          <p:nvPr/>
        </p:nvSpPr>
        <p:spPr bwMode="auto">
          <a:xfrm>
            <a:off x="6967538" y="1433513"/>
            <a:ext cx="3825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prstClr val="black"/>
                </a:solidFill>
              </a:rPr>
              <a:t>&lt;</a:t>
            </a:r>
          </a:p>
        </p:txBody>
      </p:sp>
      <p:sp>
        <p:nvSpPr>
          <p:cNvPr id="69697" name="文本框 10"/>
          <p:cNvSpPr txBox="1">
            <a:spLocks noChangeArrowheads="1"/>
          </p:cNvSpPr>
          <p:nvPr/>
        </p:nvSpPr>
        <p:spPr bwMode="auto">
          <a:xfrm>
            <a:off x="6967538" y="1997075"/>
            <a:ext cx="3825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prstClr val="black"/>
                </a:solidFill>
              </a:rPr>
              <a:t>&lt;</a:t>
            </a:r>
          </a:p>
        </p:txBody>
      </p:sp>
      <p:sp>
        <p:nvSpPr>
          <p:cNvPr id="69698" name="文本框 11"/>
          <p:cNvSpPr txBox="1">
            <a:spLocks noChangeArrowheads="1"/>
          </p:cNvSpPr>
          <p:nvPr/>
        </p:nvSpPr>
        <p:spPr bwMode="auto">
          <a:xfrm>
            <a:off x="6970713" y="2333625"/>
            <a:ext cx="3825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prstClr val="black"/>
                </a:solidFill>
              </a:rPr>
              <a:t>&lt;</a:t>
            </a:r>
          </a:p>
        </p:txBody>
      </p:sp>
      <p:sp>
        <p:nvSpPr>
          <p:cNvPr id="94" name="圆角矩形 93"/>
          <p:cNvSpPr/>
          <p:nvPr/>
        </p:nvSpPr>
        <p:spPr>
          <a:xfrm>
            <a:off x="5572125" y="1116013"/>
            <a:ext cx="3409950" cy="313531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1" lang="zh-CN" altLang="en-US" noProof="1">
              <a:solidFill>
                <a:prstClr val="white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5629275" y="1449388"/>
            <a:ext cx="3276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5641975" y="1736725"/>
            <a:ext cx="3276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5635625" y="2049463"/>
            <a:ext cx="3276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5667375" y="2330450"/>
            <a:ext cx="3276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5651500" y="2649538"/>
            <a:ext cx="3276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5645150" y="2946400"/>
            <a:ext cx="3276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5638800" y="3282950"/>
            <a:ext cx="3276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5651500" y="3554413"/>
            <a:ext cx="3276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78"/>
          <p:cNvCxnSpPr/>
          <p:nvPr/>
        </p:nvCxnSpPr>
        <p:spPr>
          <a:xfrm>
            <a:off x="5645150" y="3851275"/>
            <a:ext cx="3276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/>
          <p:cNvCxnSpPr/>
          <p:nvPr/>
        </p:nvCxnSpPr>
        <p:spPr>
          <a:xfrm>
            <a:off x="6924675" y="1123950"/>
            <a:ext cx="0" cy="30876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/>
          <p:cNvCxnSpPr/>
          <p:nvPr/>
        </p:nvCxnSpPr>
        <p:spPr>
          <a:xfrm>
            <a:off x="7404100" y="1149350"/>
            <a:ext cx="0" cy="30876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圆角矩形 105"/>
          <p:cNvSpPr/>
          <p:nvPr/>
        </p:nvSpPr>
        <p:spPr>
          <a:xfrm>
            <a:off x="6934200" y="1155700"/>
            <a:ext cx="457200" cy="1468438"/>
          </a:xfrm>
          <a:prstGeom prst="round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1" lang="zh-CN" altLang="en-US" noProof="1">
              <a:solidFill>
                <a:prstClr val="white"/>
              </a:solidFill>
            </a:endParaRPr>
          </a:p>
        </p:txBody>
      </p:sp>
      <p:sp>
        <p:nvSpPr>
          <p:cNvPr id="69712" name="文本框 92"/>
          <p:cNvSpPr txBox="1">
            <a:spLocks noChangeArrowheads="1"/>
          </p:cNvSpPr>
          <p:nvPr/>
        </p:nvSpPr>
        <p:spPr bwMode="auto">
          <a:xfrm>
            <a:off x="450850" y="4965700"/>
            <a:ext cx="2493963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>
                <a:solidFill>
                  <a:srgbClr val="FF0000"/>
                </a:solidFill>
              </a:rPr>
              <a:t>Step 2 again.</a:t>
            </a:r>
          </a:p>
        </p:txBody>
      </p:sp>
      <p:sp>
        <p:nvSpPr>
          <p:cNvPr id="69713" name="文本框 91"/>
          <p:cNvSpPr txBox="1">
            <a:spLocks noChangeArrowheads="1"/>
          </p:cNvSpPr>
          <p:nvPr/>
        </p:nvSpPr>
        <p:spPr bwMode="auto">
          <a:xfrm>
            <a:off x="4276725" y="4846638"/>
            <a:ext cx="45148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/>
            <a:r>
              <a:rPr lang="en-US" altLang="zh-CN">
                <a:solidFill>
                  <a:prstClr val="black"/>
                </a:solidFill>
              </a:rPr>
              <a:t>    </a:t>
            </a:r>
            <a:r>
              <a:rPr lang="en-US" altLang="zh-CN" sz="2000">
                <a:solidFill>
                  <a:prstClr val="black"/>
                </a:solidFill>
              </a:rPr>
              <a:t>So,we classify </a:t>
            </a:r>
            <a:r>
              <a:rPr lang="en-US" altLang="zh-CN" sz="2000">
                <a:solidFill>
                  <a:srgbClr val="FF0000"/>
                </a:solidFill>
              </a:rPr>
              <a:t>A,B,C,D,E</a:t>
            </a:r>
            <a:r>
              <a:rPr lang="en-US" altLang="zh-CN" sz="2000">
                <a:solidFill>
                  <a:prstClr val="black"/>
                </a:solidFill>
              </a:rPr>
              <a:t> as a cluster  and </a:t>
            </a:r>
            <a:r>
              <a:rPr lang="en-US" altLang="zh-CN" sz="2000">
                <a:solidFill>
                  <a:srgbClr val="FF0000"/>
                </a:solidFill>
              </a:rPr>
              <a:t>F,G,H,I,J</a:t>
            </a:r>
            <a:r>
              <a:rPr lang="en-US" altLang="zh-CN" sz="2000">
                <a:solidFill>
                  <a:prstClr val="black"/>
                </a:solidFill>
              </a:rPr>
              <a:t> as another cluster.</a:t>
            </a:r>
          </a:p>
        </p:txBody>
      </p:sp>
      <p:sp>
        <p:nvSpPr>
          <p:cNvPr id="69714" name="文本框 112"/>
          <p:cNvSpPr txBox="1">
            <a:spLocks noChangeArrowheads="1"/>
          </p:cNvSpPr>
          <p:nvPr/>
        </p:nvSpPr>
        <p:spPr bwMode="auto">
          <a:xfrm>
            <a:off x="5210175" y="1147763"/>
            <a:ext cx="31432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69715" name="文本框 113"/>
          <p:cNvSpPr txBox="1">
            <a:spLocks noChangeArrowheads="1"/>
          </p:cNvSpPr>
          <p:nvPr/>
        </p:nvSpPr>
        <p:spPr bwMode="auto">
          <a:xfrm>
            <a:off x="5213350" y="1466850"/>
            <a:ext cx="3143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69716" name="文本框 114"/>
          <p:cNvSpPr txBox="1">
            <a:spLocks noChangeArrowheads="1"/>
          </p:cNvSpPr>
          <p:nvPr/>
        </p:nvSpPr>
        <p:spPr bwMode="auto">
          <a:xfrm>
            <a:off x="5216525" y="1747838"/>
            <a:ext cx="31432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69717" name="文本框 115"/>
          <p:cNvSpPr txBox="1">
            <a:spLocks noChangeArrowheads="1"/>
          </p:cNvSpPr>
          <p:nvPr/>
        </p:nvSpPr>
        <p:spPr bwMode="auto">
          <a:xfrm>
            <a:off x="5210175" y="2036763"/>
            <a:ext cx="31432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0000"/>
                </a:solidFill>
              </a:rPr>
              <a:t>D</a:t>
            </a:r>
          </a:p>
        </p:txBody>
      </p:sp>
      <p:sp>
        <p:nvSpPr>
          <p:cNvPr id="69718" name="文本框 116"/>
          <p:cNvSpPr txBox="1">
            <a:spLocks noChangeArrowheads="1"/>
          </p:cNvSpPr>
          <p:nvPr/>
        </p:nvSpPr>
        <p:spPr bwMode="auto">
          <a:xfrm>
            <a:off x="5222875" y="2371725"/>
            <a:ext cx="3143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0000"/>
                </a:solidFill>
              </a:rPr>
              <a:t>E</a:t>
            </a:r>
          </a:p>
        </p:txBody>
      </p:sp>
      <p:sp>
        <p:nvSpPr>
          <p:cNvPr id="69719" name="文本框 117"/>
          <p:cNvSpPr txBox="1">
            <a:spLocks noChangeArrowheads="1"/>
          </p:cNvSpPr>
          <p:nvPr/>
        </p:nvSpPr>
        <p:spPr bwMode="auto">
          <a:xfrm>
            <a:off x="5235575" y="2668588"/>
            <a:ext cx="31432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0000"/>
                </a:solidFill>
              </a:rPr>
              <a:t>F</a:t>
            </a:r>
          </a:p>
        </p:txBody>
      </p:sp>
      <p:sp>
        <p:nvSpPr>
          <p:cNvPr id="69720" name="文本框 118"/>
          <p:cNvSpPr txBox="1">
            <a:spLocks noChangeArrowheads="1"/>
          </p:cNvSpPr>
          <p:nvPr/>
        </p:nvSpPr>
        <p:spPr bwMode="auto">
          <a:xfrm>
            <a:off x="5210175" y="2981325"/>
            <a:ext cx="3143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0000"/>
                </a:solidFill>
              </a:rPr>
              <a:t>G</a:t>
            </a:r>
          </a:p>
        </p:txBody>
      </p:sp>
      <p:sp>
        <p:nvSpPr>
          <p:cNvPr id="69721" name="文本框 119"/>
          <p:cNvSpPr txBox="1">
            <a:spLocks noChangeArrowheads="1"/>
          </p:cNvSpPr>
          <p:nvPr/>
        </p:nvSpPr>
        <p:spPr bwMode="auto">
          <a:xfrm>
            <a:off x="5213350" y="3292475"/>
            <a:ext cx="3143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0000"/>
                </a:solidFill>
              </a:rPr>
              <a:t>H</a:t>
            </a:r>
          </a:p>
        </p:txBody>
      </p:sp>
      <p:sp>
        <p:nvSpPr>
          <p:cNvPr id="69722" name="文本框 120"/>
          <p:cNvSpPr txBox="1">
            <a:spLocks noChangeArrowheads="1"/>
          </p:cNvSpPr>
          <p:nvPr/>
        </p:nvSpPr>
        <p:spPr bwMode="auto">
          <a:xfrm>
            <a:off x="5273675" y="3589338"/>
            <a:ext cx="296863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69723" name="文本框 121"/>
          <p:cNvSpPr txBox="1">
            <a:spLocks noChangeArrowheads="1"/>
          </p:cNvSpPr>
          <p:nvPr/>
        </p:nvSpPr>
        <p:spPr bwMode="auto">
          <a:xfrm>
            <a:off x="5257800" y="3878263"/>
            <a:ext cx="31432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0000"/>
                </a:solidFill>
              </a:rPr>
              <a:t>J</a:t>
            </a:r>
          </a:p>
        </p:txBody>
      </p:sp>
      <p:sp>
        <p:nvSpPr>
          <p:cNvPr id="126" name="右箭头 125"/>
          <p:cNvSpPr/>
          <p:nvPr/>
        </p:nvSpPr>
        <p:spPr>
          <a:xfrm rot="5400000">
            <a:off x="7027069" y="3731419"/>
            <a:ext cx="357188" cy="1657350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1" lang="zh-CN" altLang="en-US" noProof="1">
              <a:solidFill>
                <a:prstClr val="white"/>
              </a:solidFill>
            </a:endParaRPr>
          </a:p>
        </p:txBody>
      </p:sp>
      <p:sp>
        <p:nvSpPr>
          <p:cNvPr id="127" name="右箭头 126"/>
          <p:cNvSpPr/>
          <p:nvPr/>
        </p:nvSpPr>
        <p:spPr>
          <a:xfrm>
            <a:off x="4727575" y="1847850"/>
            <a:ext cx="428625" cy="1381125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1" lang="zh-CN" altLang="en-US" noProof="1">
              <a:solidFill>
                <a:prstClr val="white"/>
              </a:solidFill>
            </a:endParaRPr>
          </a:p>
        </p:txBody>
      </p:sp>
      <p:sp>
        <p:nvSpPr>
          <p:cNvPr id="108" name="矩形 107"/>
          <p:cNvSpPr/>
          <p:nvPr/>
        </p:nvSpPr>
        <p:spPr>
          <a:xfrm>
            <a:off x="3494" y="7938"/>
            <a:ext cx="564515" cy="46166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kumimoji="1" lang="en-US" altLang="zh-CN" noProof="1">
                <a:ln w="12700">
                  <a:solidFill>
                    <a:srgbClr val="2F2F2F">
                      <a:lumMod val="75000"/>
                    </a:srgbClr>
                  </a:solidFill>
                  <a:prstDash val="solid"/>
                </a:ln>
                <a:pattFill prst="dkUpDiag">
                  <a:fgClr>
                    <a:srgbClr val="2F2F2F"/>
                  </a:fgClr>
                  <a:bgClr>
                    <a:srgbClr val="2F2F2F">
                      <a:lumMod val="20000"/>
                      <a:lumOff val="80000"/>
                    </a:srgbClr>
                  </a:bgClr>
                </a:pattFill>
                <a:effectLst>
                  <a:outerShdw dist="38100" dir="2640000" algn="bl" rotWithShape="0">
                    <a:srgbClr val="2F2F2F">
                      <a:lumMod val="75000"/>
                    </a:srgbClr>
                  </a:outerShdw>
                </a:effectLst>
                <a:latin typeface="Arial" charset="0"/>
                <a:ea typeface="宋体" charset="-122"/>
                <a:cs typeface="+mn-ea"/>
              </a:rPr>
              <a:t>9</a:t>
            </a:r>
            <a:endParaRPr kumimoji="1" lang="en-US" altLang="zh-CN" noProof="1">
              <a:ln w="12700">
                <a:solidFill>
                  <a:srgbClr val="2F2F2F">
                    <a:lumMod val="75000"/>
                  </a:srgbClr>
                </a:solidFill>
                <a:prstDash val="solid"/>
              </a:ln>
              <a:pattFill prst="dkUpDiag">
                <a:fgClr>
                  <a:srgbClr val="2F2F2F"/>
                </a:fgClr>
                <a:bgClr>
                  <a:srgbClr val="2F2F2F">
                    <a:lumMod val="20000"/>
                    <a:lumOff val="80000"/>
                  </a:srgbClr>
                </a:bgClr>
              </a:pattFill>
              <a:effectLst>
                <a:outerShdw dist="38100" dir="2640000" algn="bl" rotWithShape="0">
                  <a:srgbClr val="2F2F2F">
                    <a:lumMod val="75000"/>
                  </a:srgbClr>
                </a:outerShdw>
              </a:effectLst>
              <a:latin typeface="Times New Roman" pitchFamily="18" charset="0"/>
              <a:ea typeface="宋体" pitchFamily="2" charset="-12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12" name="墨迹 111"/>
              <p14:cNvContentPartPr/>
              <p14:nvPr/>
            </p14:nvContentPartPr>
            <p14:xfrm>
              <a:off x="1289050" y="2196042"/>
              <a:ext cx="127000" cy="84667"/>
            </p14:xfrm>
          </p:contentPart>
        </mc:Choice>
        <mc:Fallback xmlns="">
          <p:pic>
            <p:nvPicPr>
              <p:cNvPr id="112" name="墨迹 111"/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1279696" y="2186675"/>
                <a:ext cx="145708" cy="1034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23" name="墨迹 122"/>
              <p14:cNvContentPartPr/>
              <p14:nvPr/>
            </p14:nvContentPartPr>
            <p14:xfrm>
              <a:off x="1333500" y="2185458"/>
              <a:ext cx="101600" cy="95250"/>
            </p14:xfrm>
          </p:contentPart>
        </mc:Choice>
        <mc:Fallback xmlns="">
          <p:pic>
            <p:nvPicPr>
              <p:cNvPr id="123" name="墨迹 122"/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1324133" y="2176113"/>
                <a:ext cx="120335" cy="11394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24" name="墨迹 123"/>
              <p14:cNvContentPartPr/>
              <p14:nvPr/>
            </p14:nvContentPartPr>
            <p14:xfrm>
              <a:off x="3263900" y="3582458"/>
              <a:ext cx="114300" cy="95250"/>
            </p14:xfrm>
          </p:contentPart>
        </mc:Choice>
        <mc:Fallback xmlns="">
          <p:pic>
            <p:nvPicPr>
              <p:cNvPr id="124" name="墨迹 123"/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3254555" y="3573113"/>
                <a:ext cx="132991" cy="11394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25" name="墨迹 124"/>
              <p14:cNvContentPartPr/>
              <p14:nvPr/>
            </p14:nvContentPartPr>
            <p14:xfrm>
              <a:off x="3276600" y="3561292"/>
              <a:ext cx="127000" cy="116417"/>
            </p14:xfrm>
          </p:contentPart>
        </mc:Choice>
        <mc:Fallback xmlns="">
          <p:pic>
            <p:nvPicPr>
              <p:cNvPr id="125" name="墨迹 124"/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3267246" y="3551950"/>
                <a:ext cx="145708" cy="13510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89615112"/>
      </p:ext>
    </p:extLst>
  </p:cSld>
  <p:clrMapOvr>
    <a:masterClrMapping/>
  </p:clrMapOvr>
  <p:transition>
    <p:wipe dir="r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0658" name="对象 32"/>
          <p:cNvGraphicFramePr>
            <a:graphicFrameLocks/>
          </p:cNvGraphicFramePr>
          <p:nvPr/>
        </p:nvGraphicFramePr>
        <p:xfrm>
          <a:off x="158750" y="873125"/>
          <a:ext cx="4776788" cy="355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42" r:id="rId4" imgW="4780952" imgH="4276190" progId="excel.sheet.8">
                  <p:embed/>
                </p:oleObj>
              </mc:Choice>
              <mc:Fallback>
                <p:oleObj r:id="rId4" imgW="4780952" imgH="4276190" progId="excel.sheet.8">
                  <p:embed/>
                  <p:pic>
                    <p:nvPicPr>
                      <p:cNvPr id="70658" name="对象 32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50" y="873125"/>
                        <a:ext cx="4776788" cy="355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59" name="文本框 18"/>
          <p:cNvSpPr txBox="1">
            <a:spLocks noChangeArrowheads="1"/>
          </p:cNvSpPr>
          <p:nvPr/>
        </p:nvSpPr>
        <p:spPr bwMode="auto">
          <a:xfrm>
            <a:off x="876300" y="2671763"/>
            <a:ext cx="3651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400">
                <a:solidFill>
                  <a:prstClr val="black"/>
                </a:solidFill>
              </a:rPr>
              <a:t>A</a:t>
            </a:r>
          </a:p>
        </p:txBody>
      </p:sp>
      <p:sp>
        <p:nvSpPr>
          <p:cNvPr id="70660" name="文本框 19"/>
          <p:cNvSpPr txBox="1">
            <a:spLocks noChangeArrowheads="1"/>
          </p:cNvSpPr>
          <p:nvPr/>
        </p:nvSpPr>
        <p:spPr bwMode="auto">
          <a:xfrm>
            <a:off x="1597025" y="2732088"/>
            <a:ext cx="2825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400">
                <a:solidFill>
                  <a:prstClr val="black"/>
                </a:solidFill>
              </a:rPr>
              <a:t>B</a:t>
            </a:r>
          </a:p>
        </p:txBody>
      </p:sp>
      <p:sp>
        <p:nvSpPr>
          <p:cNvPr id="70661" name="文本框 20"/>
          <p:cNvSpPr txBox="1">
            <a:spLocks noChangeArrowheads="1"/>
          </p:cNvSpPr>
          <p:nvPr/>
        </p:nvSpPr>
        <p:spPr bwMode="auto">
          <a:xfrm>
            <a:off x="733425" y="2071688"/>
            <a:ext cx="3460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400">
                <a:solidFill>
                  <a:prstClr val="black"/>
                </a:solidFill>
              </a:rPr>
              <a:t>C</a:t>
            </a:r>
          </a:p>
        </p:txBody>
      </p:sp>
      <p:sp>
        <p:nvSpPr>
          <p:cNvPr id="70662" name="文本框 21"/>
          <p:cNvSpPr txBox="1">
            <a:spLocks noChangeArrowheads="1"/>
          </p:cNvSpPr>
          <p:nvPr/>
        </p:nvSpPr>
        <p:spPr bwMode="auto">
          <a:xfrm>
            <a:off x="1739900" y="2012950"/>
            <a:ext cx="346075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400">
                <a:solidFill>
                  <a:prstClr val="black"/>
                </a:solidFill>
              </a:rPr>
              <a:t>D</a:t>
            </a:r>
          </a:p>
        </p:txBody>
      </p:sp>
      <p:sp>
        <p:nvSpPr>
          <p:cNvPr id="70663" name="文本框 22"/>
          <p:cNvSpPr txBox="1">
            <a:spLocks noChangeArrowheads="1"/>
          </p:cNvSpPr>
          <p:nvPr/>
        </p:nvSpPr>
        <p:spPr bwMode="auto">
          <a:xfrm>
            <a:off x="1452563" y="1652588"/>
            <a:ext cx="3460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400">
                <a:solidFill>
                  <a:prstClr val="black"/>
                </a:solidFill>
              </a:rPr>
              <a:t>E</a:t>
            </a:r>
          </a:p>
        </p:txBody>
      </p:sp>
      <p:sp>
        <p:nvSpPr>
          <p:cNvPr id="70664" name="文本框 23"/>
          <p:cNvSpPr txBox="1">
            <a:spLocks noChangeArrowheads="1"/>
          </p:cNvSpPr>
          <p:nvPr/>
        </p:nvSpPr>
        <p:spPr bwMode="auto">
          <a:xfrm>
            <a:off x="2749550" y="3392488"/>
            <a:ext cx="3460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400">
                <a:solidFill>
                  <a:prstClr val="black"/>
                </a:solidFill>
              </a:rPr>
              <a:t>F</a:t>
            </a:r>
          </a:p>
        </p:txBody>
      </p:sp>
      <p:sp>
        <p:nvSpPr>
          <p:cNvPr id="70665" name="文本框 24"/>
          <p:cNvSpPr txBox="1">
            <a:spLocks noChangeArrowheads="1"/>
          </p:cNvSpPr>
          <p:nvPr/>
        </p:nvSpPr>
        <p:spPr bwMode="auto">
          <a:xfrm>
            <a:off x="2820988" y="3829050"/>
            <a:ext cx="3460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400">
                <a:solidFill>
                  <a:prstClr val="black"/>
                </a:solidFill>
              </a:rPr>
              <a:t>I</a:t>
            </a:r>
          </a:p>
        </p:txBody>
      </p:sp>
      <p:sp>
        <p:nvSpPr>
          <p:cNvPr id="70666" name="文本框 25"/>
          <p:cNvSpPr txBox="1">
            <a:spLocks noChangeArrowheads="1"/>
          </p:cNvSpPr>
          <p:nvPr/>
        </p:nvSpPr>
        <p:spPr bwMode="auto">
          <a:xfrm>
            <a:off x="3511550" y="3203575"/>
            <a:ext cx="4143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400">
                <a:solidFill>
                  <a:prstClr val="black"/>
                </a:solidFill>
              </a:rPr>
              <a:t>G</a:t>
            </a:r>
          </a:p>
        </p:txBody>
      </p:sp>
      <p:sp>
        <p:nvSpPr>
          <p:cNvPr id="70667" name="文本框 26"/>
          <p:cNvSpPr txBox="1">
            <a:spLocks noChangeArrowheads="1"/>
          </p:cNvSpPr>
          <p:nvPr/>
        </p:nvSpPr>
        <p:spPr bwMode="auto">
          <a:xfrm>
            <a:off x="3416300" y="3824288"/>
            <a:ext cx="3460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400">
                <a:solidFill>
                  <a:prstClr val="black"/>
                </a:solidFill>
              </a:rPr>
              <a:t>J</a:t>
            </a:r>
          </a:p>
        </p:txBody>
      </p:sp>
      <p:sp>
        <p:nvSpPr>
          <p:cNvPr id="70668" name="文本框 27"/>
          <p:cNvSpPr txBox="1">
            <a:spLocks noChangeArrowheads="1"/>
          </p:cNvSpPr>
          <p:nvPr/>
        </p:nvSpPr>
        <p:spPr bwMode="auto">
          <a:xfrm>
            <a:off x="4156075" y="3259138"/>
            <a:ext cx="3460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400">
                <a:solidFill>
                  <a:prstClr val="black"/>
                </a:solidFill>
              </a:rPr>
              <a:t>H</a:t>
            </a:r>
          </a:p>
        </p:txBody>
      </p:sp>
      <p:sp>
        <p:nvSpPr>
          <p:cNvPr id="70669" name="文本框 28"/>
          <p:cNvSpPr txBox="1">
            <a:spLocks noChangeArrowheads="1"/>
          </p:cNvSpPr>
          <p:nvPr/>
        </p:nvSpPr>
        <p:spPr bwMode="auto">
          <a:xfrm>
            <a:off x="1314450" y="2290763"/>
            <a:ext cx="933450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400">
                <a:solidFill>
                  <a:prstClr val="black"/>
                </a:solidFill>
              </a:rPr>
              <a:t>P(1.6,4.8)</a:t>
            </a:r>
          </a:p>
        </p:txBody>
      </p:sp>
      <p:sp>
        <p:nvSpPr>
          <p:cNvPr id="70670" name="文本框 29"/>
          <p:cNvSpPr txBox="1">
            <a:spLocks noChangeArrowheads="1"/>
          </p:cNvSpPr>
          <p:nvPr/>
        </p:nvSpPr>
        <p:spPr bwMode="auto">
          <a:xfrm>
            <a:off x="3389313" y="3463925"/>
            <a:ext cx="128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400">
                <a:solidFill>
                  <a:prstClr val="black"/>
                </a:solidFill>
              </a:rPr>
              <a:t>Q(4.8,1.6)</a:t>
            </a:r>
          </a:p>
        </p:txBody>
      </p:sp>
      <p:sp>
        <p:nvSpPr>
          <p:cNvPr id="70671" name="文本框 5"/>
          <p:cNvSpPr txBox="1">
            <a:spLocks noChangeArrowheads="1"/>
          </p:cNvSpPr>
          <p:nvPr/>
        </p:nvSpPr>
        <p:spPr bwMode="auto">
          <a:xfrm>
            <a:off x="3559175" y="38100"/>
            <a:ext cx="177165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prstClr val="black"/>
                </a:solidFill>
              </a:rPr>
              <a:t>Example</a:t>
            </a:r>
          </a:p>
        </p:txBody>
      </p:sp>
      <p:sp>
        <p:nvSpPr>
          <p:cNvPr id="70672" name="文本框 92"/>
          <p:cNvSpPr txBox="1">
            <a:spLocks noChangeArrowheads="1"/>
          </p:cNvSpPr>
          <p:nvPr/>
        </p:nvSpPr>
        <p:spPr bwMode="auto">
          <a:xfrm>
            <a:off x="449263" y="4989513"/>
            <a:ext cx="272415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>
                <a:solidFill>
                  <a:srgbClr val="FF0000"/>
                </a:solidFill>
              </a:rPr>
              <a:t>Step 3 again.</a:t>
            </a:r>
          </a:p>
        </p:txBody>
      </p:sp>
      <p:graphicFrame>
        <p:nvGraphicFramePr>
          <p:cNvPr id="70673" name="对象 82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5375275" y="628650"/>
          <a:ext cx="323215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43" r:id="rId6" imgW="1449272" imgH="457741" progId="Equation.KSEE3">
                  <p:embed/>
                </p:oleObj>
              </mc:Choice>
              <mc:Fallback>
                <p:oleObj r:id="rId6" imgW="1449272" imgH="457741" progId="Equation.KSEE3">
                  <p:embed/>
                  <p:pic>
                    <p:nvPicPr>
                      <p:cNvPr id="70673" name="对象 82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5275" y="628650"/>
                        <a:ext cx="323215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74" name="对象 98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5476875" y="1736725"/>
          <a:ext cx="2894013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44" r:id="rId8" imgW="1296812" imgH="241485" progId="Equation.KSEE3">
                  <p:embed/>
                </p:oleObj>
              </mc:Choice>
              <mc:Fallback>
                <p:oleObj r:id="rId8" imgW="1296812" imgH="241485" progId="Equation.KSEE3">
                  <p:embed/>
                  <p:pic>
                    <p:nvPicPr>
                      <p:cNvPr id="70674" name="对象 98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76875" y="1736725"/>
                        <a:ext cx="2894013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75" name="对象 100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5597525" y="2503488"/>
          <a:ext cx="2871788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45" r:id="rId10" imgW="1271221" imgH="241485" progId="Equation.KSEE3">
                  <p:embed/>
                </p:oleObj>
              </mc:Choice>
              <mc:Fallback>
                <p:oleObj r:id="rId10" imgW="1271221" imgH="241485" progId="Equation.KSEE3">
                  <p:embed/>
                  <p:pic>
                    <p:nvPicPr>
                      <p:cNvPr id="70675" name="对象 100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7525" y="2503488"/>
                        <a:ext cx="2871788" cy="455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" name="圆角矩形 102"/>
          <p:cNvSpPr/>
          <p:nvPr/>
        </p:nvSpPr>
        <p:spPr>
          <a:xfrm>
            <a:off x="5334000" y="1663700"/>
            <a:ext cx="3630613" cy="1397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1" lang="zh-CN" altLang="en-US" noProof="1">
              <a:solidFill>
                <a:prstClr val="white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5" name="墨迹 4"/>
              <p14:cNvContentPartPr/>
              <p14:nvPr/>
            </p14:nvContentPartPr>
            <p14:xfrm>
              <a:off x="667386" y="1375833"/>
              <a:ext cx="1684655" cy="1501775"/>
            </p14:xfrm>
          </p:contentPart>
        </mc:Choice>
        <mc:Fallback xmlns="">
          <p:pic>
            <p:nvPicPr>
              <p:cNvPr id="5" name="墨迹 4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58027" y="1366472"/>
                <a:ext cx="1703373" cy="15204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7" name="墨迹 6"/>
              <p14:cNvContentPartPr/>
              <p14:nvPr/>
            </p14:nvContentPartPr>
            <p14:xfrm>
              <a:off x="2585721" y="3170238"/>
              <a:ext cx="2093595" cy="1052513"/>
            </p14:xfrm>
          </p:contentPart>
        </mc:Choice>
        <mc:Fallback xmlns="">
          <p:pic>
            <p:nvPicPr>
              <p:cNvPr id="7" name="墨迹 6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576362" y="3160876"/>
                <a:ext cx="2112314" cy="1071237"/>
              </a:xfrm>
              <a:prstGeom prst="rect">
                <a:avLst/>
              </a:prstGeom>
            </p:spPr>
          </p:pic>
        </mc:Fallback>
      </mc:AlternateContent>
      <p:sp>
        <p:nvSpPr>
          <p:cNvPr id="70679" name="文本框 104"/>
          <p:cNvSpPr txBox="1">
            <a:spLocks noChangeArrowheads="1"/>
          </p:cNvSpPr>
          <p:nvPr/>
        </p:nvSpPr>
        <p:spPr bwMode="auto">
          <a:xfrm>
            <a:off x="5037138" y="3497263"/>
            <a:ext cx="3914775" cy="1814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/>
            <a:r>
              <a:rPr lang="en-US" altLang="zh-CN">
                <a:solidFill>
                  <a:prstClr val="black"/>
                </a:solidFill>
              </a:rPr>
              <a:t> </a:t>
            </a:r>
            <a:r>
              <a:rPr lang="en-US" altLang="zh-CN" sz="2800">
                <a:solidFill>
                  <a:prstClr val="black"/>
                </a:solidFill>
              </a:rPr>
              <a:t>  The new centers of the two clusters are equal to the original P(1.6,4.8) and Q(4.8,1.6)</a:t>
            </a:r>
          </a:p>
        </p:txBody>
      </p:sp>
      <p:sp>
        <p:nvSpPr>
          <p:cNvPr id="108" name="圆角矩形 107"/>
          <p:cNvSpPr/>
          <p:nvPr/>
        </p:nvSpPr>
        <p:spPr>
          <a:xfrm>
            <a:off x="5003800" y="3228975"/>
            <a:ext cx="4057650" cy="239712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1" lang="zh-CN" altLang="en-US" noProof="1">
              <a:solidFill>
                <a:prstClr val="white"/>
              </a:solidFill>
            </a:endParaRPr>
          </a:p>
        </p:txBody>
      </p:sp>
      <p:sp>
        <p:nvSpPr>
          <p:cNvPr id="70681" name="文本框 10"/>
          <p:cNvSpPr txBox="1">
            <a:spLocks noChangeArrowheads="1"/>
          </p:cNvSpPr>
          <p:nvPr/>
        </p:nvSpPr>
        <p:spPr bwMode="auto">
          <a:xfrm>
            <a:off x="465138" y="4741863"/>
            <a:ext cx="40306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400">
                <a:solidFill>
                  <a:prstClr val="black"/>
                </a:solidFill>
              </a:rPr>
              <a:t>P , Q as the centre and K=2.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9" name="墨迹 18"/>
              <p14:cNvContentPartPr/>
              <p14:nvPr/>
            </p14:nvContentPartPr>
            <p14:xfrm>
              <a:off x="-222250" y="4878917"/>
              <a:ext cx="38100" cy="300"/>
            </p14:xfrm>
          </p:contentPart>
        </mc:Choice>
        <mc:Fallback xmlns="">
          <p:pic>
            <p:nvPicPr>
              <p:cNvPr id="19" name="墨迹 18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-238065" y="4826117"/>
                <a:ext cx="69730" cy="10590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矩形 24"/>
          <p:cNvSpPr/>
          <p:nvPr/>
        </p:nvSpPr>
        <p:spPr>
          <a:xfrm>
            <a:off x="3810" y="7938"/>
            <a:ext cx="726440" cy="46166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kumimoji="1" lang="en-US" altLang="zh-CN" noProof="1">
                <a:ln w="12700">
                  <a:solidFill>
                    <a:srgbClr val="2F2F2F">
                      <a:lumMod val="75000"/>
                    </a:srgbClr>
                  </a:solidFill>
                  <a:prstDash val="solid"/>
                </a:ln>
                <a:pattFill prst="dkUpDiag">
                  <a:fgClr>
                    <a:srgbClr val="2F2F2F"/>
                  </a:fgClr>
                  <a:bgClr>
                    <a:srgbClr val="2F2F2F">
                      <a:lumMod val="20000"/>
                      <a:lumOff val="80000"/>
                    </a:srgbClr>
                  </a:bgClr>
                </a:pattFill>
                <a:effectLst>
                  <a:outerShdw dist="38100" dir="2640000" algn="bl" rotWithShape="0">
                    <a:srgbClr val="2F2F2F">
                      <a:lumMod val="75000"/>
                    </a:srgbClr>
                  </a:outerShdw>
                </a:effectLst>
                <a:latin typeface="Arial" charset="0"/>
                <a:ea typeface="宋体" charset="-122"/>
                <a:cs typeface="+mn-ea"/>
              </a:rPr>
              <a:t>10</a:t>
            </a:r>
            <a:endParaRPr kumimoji="1" lang="en-US" altLang="zh-CN" noProof="1">
              <a:ln w="12700">
                <a:solidFill>
                  <a:srgbClr val="2F2F2F">
                    <a:lumMod val="75000"/>
                  </a:srgbClr>
                </a:solidFill>
                <a:prstDash val="solid"/>
              </a:ln>
              <a:pattFill prst="dkUpDiag">
                <a:fgClr>
                  <a:srgbClr val="2F2F2F"/>
                </a:fgClr>
                <a:bgClr>
                  <a:srgbClr val="2F2F2F">
                    <a:lumMod val="20000"/>
                    <a:lumOff val="80000"/>
                  </a:srgbClr>
                </a:bgClr>
              </a:pattFill>
              <a:effectLst>
                <a:outerShdw dist="38100" dir="2640000" algn="bl" rotWithShape="0">
                  <a:srgbClr val="2F2F2F">
                    <a:lumMod val="75000"/>
                  </a:srgbClr>
                </a:outerShdw>
              </a:effectLst>
              <a:latin typeface="Times New Roman" pitchFamily="18" charset="0"/>
              <a:ea typeface="宋体" pitchFamily="2" charset="-12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9" name="墨迹 28"/>
              <p14:cNvContentPartPr/>
              <p14:nvPr/>
            </p14:nvContentPartPr>
            <p14:xfrm>
              <a:off x="1333500" y="2153708"/>
              <a:ext cx="107950" cy="68792"/>
            </p14:xfrm>
          </p:contentPart>
        </mc:Choice>
        <mc:Fallback xmlns="">
          <p:pic>
            <p:nvPicPr>
              <p:cNvPr id="29" name="墨迹 28"/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324144" y="2144344"/>
                <a:ext cx="126661" cy="8752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30" name="墨迹 29"/>
              <p14:cNvContentPartPr/>
              <p14:nvPr/>
            </p14:nvContentPartPr>
            <p14:xfrm>
              <a:off x="1333500" y="2121958"/>
              <a:ext cx="171450" cy="116417"/>
            </p14:xfrm>
          </p:contentPart>
        </mc:Choice>
        <mc:Fallback xmlns="">
          <p:pic>
            <p:nvPicPr>
              <p:cNvPr id="30" name="墨迹 29"/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324135" y="2112616"/>
                <a:ext cx="190180" cy="13510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31" name="墨迹 30"/>
              <p14:cNvContentPartPr/>
              <p14:nvPr/>
            </p14:nvContentPartPr>
            <p14:xfrm>
              <a:off x="3371850" y="3460750"/>
              <a:ext cx="76200" cy="142875"/>
            </p14:xfrm>
          </p:contentPart>
        </mc:Choice>
        <mc:Fallback xmlns="">
          <p:pic>
            <p:nvPicPr>
              <p:cNvPr id="31" name="墨迹 30"/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362505" y="3451393"/>
                <a:ext cx="94891" cy="16158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32" name="墨迹 31"/>
              <p14:cNvContentPartPr/>
              <p14:nvPr/>
            </p14:nvContentPartPr>
            <p14:xfrm>
              <a:off x="3359150" y="3471334"/>
              <a:ext cx="139700" cy="105833"/>
            </p14:xfrm>
          </p:contentPart>
        </mc:Choice>
        <mc:Fallback xmlns="">
          <p:pic>
            <p:nvPicPr>
              <p:cNvPr id="32" name="墨迹 31"/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349789" y="3461975"/>
                <a:ext cx="158423" cy="124552"/>
              </a:xfrm>
              <a:prstGeom prst="rect">
                <a:avLst/>
              </a:prstGeom>
            </p:spPr>
          </p:pic>
        </mc:Fallback>
      </mc:AlternateContent>
      <p:sp>
        <p:nvSpPr>
          <p:cNvPr id="70688" name="文本框 123"/>
          <p:cNvSpPr txBox="1">
            <a:spLocks noChangeArrowheads="1"/>
          </p:cNvSpPr>
          <p:nvPr/>
        </p:nvSpPr>
        <p:spPr bwMode="auto">
          <a:xfrm>
            <a:off x="6208713" y="2144713"/>
            <a:ext cx="16462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0000"/>
                </a:solidFill>
              </a:rPr>
              <a:t>new center</a:t>
            </a:r>
          </a:p>
        </p:txBody>
      </p:sp>
      <p:sp>
        <p:nvSpPr>
          <p:cNvPr id="70689" name="文本框 121"/>
          <p:cNvSpPr txBox="1">
            <a:spLocks noChangeArrowheads="1"/>
          </p:cNvSpPr>
          <p:nvPr/>
        </p:nvSpPr>
        <p:spPr bwMode="auto">
          <a:xfrm>
            <a:off x="1414463" y="3824288"/>
            <a:ext cx="118110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0000"/>
                </a:solidFill>
              </a:rPr>
              <a:t>cluster 2</a:t>
            </a:r>
          </a:p>
        </p:txBody>
      </p:sp>
      <p:sp>
        <p:nvSpPr>
          <p:cNvPr id="70690" name="文本框 122"/>
          <p:cNvSpPr txBox="1">
            <a:spLocks noChangeArrowheads="1"/>
          </p:cNvSpPr>
          <p:nvPr/>
        </p:nvSpPr>
        <p:spPr bwMode="auto">
          <a:xfrm>
            <a:off x="2343150" y="1479550"/>
            <a:ext cx="11811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0000"/>
                </a:solidFill>
              </a:rPr>
              <a:t>cluster 1</a:t>
            </a:r>
          </a:p>
        </p:txBody>
      </p:sp>
    </p:spTree>
    <p:extLst>
      <p:ext uri="{BB962C8B-B14F-4D97-AF65-F5344CB8AC3E}">
        <p14:creationId xmlns:p14="http://schemas.microsoft.com/office/powerpoint/2010/main" val="480120600"/>
      </p:ext>
    </p:extLst>
  </p:cSld>
  <p:clrMapOvr>
    <a:masterClrMapping/>
  </p:clrMapOvr>
  <p:transition>
    <p:wipe dir="r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文本框 5"/>
          <p:cNvSpPr txBox="1">
            <a:spLocks noChangeArrowheads="1"/>
          </p:cNvSpPr>
          <p:nvPr/>
        </p:nvSpPr>
        <p:spPr bwMode="auto">
          <a:xfrm>
            <a:off x="3351213" y="173038"/>
            <a:ext cx="2265362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prstClr val="black"/>
                </a:solidFill>
              </a:rPr>
              <a:t>Final</a:t>
            </a:r>
          </a:p>
        </p:txBody>
      </p:sp>
      <p:graphicFrame>
        <p:nvGraphicFramePr>
          <p:cNvPr id="71683" name="对象 24"/>
          <p:cNvGraphicFramePr>
            <a:graphicFrameLocks/>
          </p:cNvGraphicFramePr>
          <p:nvPr/>
        </p:nvGraphicFramePr>
        <p:xfrm>
          <a:off x="906463" y="1066800"/>
          <a:ext cx="6591300" cy="326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51" r:id="rId4" imgW="6590476" imgH="3914286" progId="excel.sheet.8">
                  <p:embed/>
                </p:oleObj>
              </mc:Choice>
              <mc:Fallback>
                <p:oleObj r:id="rId4" imgW="6590476" imgH="3914286" progId="excel.sheet.8">
                  <p:embed/>
                  <p:pic>
                    <p:nvPicPr>
                      <p:cNvPr id="71683" name="对象 24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6463" y="1066800"/>
                        <a:ext cx="6591300" cy="326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84" name="文本框 2"/>
          <p:cNvSpPr txBox="1">
            <a:spLocks noChangeArrowheads="1"/>
          </p:cNvSpPr>
          <p:nvPr/>
        </p:nvSpPr>
        <p:spPr bwMode="auto">
          <a:xfrm>
            <a:off x="1912938" y="2681288"/>
            <a:ext cx="3857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400">
                <a:solidFill>
                  <a:prstClr val="black"/>
                </a:solidFill>
              </a:rPr>
              <a:t>A</a:t>
            </a:r>
          </a:p>
        </p:txBody>
      </p:sp>
      <p:sp>
        <p:nvSpPr>
          <p:cNvPr id="71685" name="文本框 5"/>
          <p:cNvSpPr txBox="1">
            <a:spLocks noChangeArrowheads="1"/>
          </p:cNvSpPr>
          <p:nvPr/>
        </p:nvSpPr>
        <p:spPr bwMode="auto">
          <a:xfrm>
            <a:off x="2705100" y="2681288"/>
            <a:ext cx="3556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400">
                <a:solidFill>
                  <a:prstClr val="black"/>
                </a:solidFill>
              </a:rPr>
              <a:t>B</a:t>
            </a:r>
          </a:p>
        </p:txBody>
      </p:sp>
      <p:sp>
        <p:nvSpPr>
          <p:cNvPr id="71686" name="文本框 9"/>
          <p:cNvSpPr txBox="1">
            <a:spLocks noChangeArrowheads="1"/>
          </p:cNvSpPr>
          <p:nvPr/>
        </p:nvSpPr>
        <p:spPr bwMode="auto">
          <a:xfrm>
            <a:off x="2055813" y="2081213"/>
            <a:ext cx="36353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400">
                <a:solidFill>
                  <a:prstClr val="black"/>
                </a:solidFill>
              </a:rPr>
              <a:t>C</a:t>
            </a:r>
          </a:p>
        </p:txBody>
      </p:sp>
      <p:sp>
        <p:nvSpPr>
          <p:cNvPr id="71687" name="文本框 10"/>
          <p:cNvSpPr txBox="1">
            <a:spLocks noChangeArrowheads="1"/>
          </p:cNvSpPr>
          <p:nvPr/>
        </p:nvSpPr>
        <p:spPr bwMode="auto">
          <a:xfrm>
            <a:off x="2632075" y="2081213"/>
            <a:ext cx="3651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400">
                <a:solidFill>
                  <a:prstClr val="black"/>
                </a:solidFill>
              </a:rPr>
              <a:t>D</a:t>
            </a:r>
          </a:p>
        </p:txBody>
      </p:sp>
      <p:sp>
        <p:nvSpPr>
          <p:cNvPr id="71688" name="文本框 11"/>
          <p:cNvSpPr txBox="1">
            <a:spLocks noChangeArrowheads="1"/>
          </p:cNvSpPr>
          <p:nvPr/>
        </p:nvSpPr>
        <p:spPr bwMode="auto">
          <a:xfrm>
            <a:off x="2703513" y="1600200"/>
            <a:ext cx="36353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400">
                <a:solidFill>
                  <a:prstClr val="black"/>
                </a:solidFill>
              </a:rPr>
              <a:t>E</a:t>
            </a:r>
          </a:p>
        </p:txBody>
      </p:sp>
      <p:sp>
        <p:nvSpPr>
          <p:cNvPr id="71689" name="文本框 14"/>
          <p:cNvSpPr txBox="1">
            <a:spLocks noChangeArrowheads="1"/>
          </p:cNvSpPr>
          <p:nvPr/>
        </p:nvSpPr>
        <p:spPr bwMode="auto">
          <a:xfrm>
            <a:off x="4576763" y="3060700"/>
            <a:ext cx="363537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400">
                <a:solidFill>
                  <a:prstClr val="black"/>
                </a:solidFill>
              </a:rPr>
              <a:t>F</a:t>
            </a:r>
          </a:p>
        </p:txBody>
      </p:sp>
      <p:sp>
        <p:nvSpPr>
          <p:cNvPr id="71690" name="文本框 15"/>
          <p:cNvSpPr txBox="1">
            <a:spLocks noChangeArrowheads="1"/>
          </p:cNvSpPr>
          <p:nvPr/>
        </p:nvSpPr>
        <p:spPr bwMode="auto">
          <a:xfrm>
            <a:off x="4576763" y="3479800"/>
            <a:ext cx="36353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400">
                <a:solidFill>
                  <a:prstClr val="black"/>
                </a:solidFill>
              </a:rPr>
              <a:t>I</a:t>
            </a:r>
          </a:p>
        </p:txBody>
      </p:sp>
      <p:sp>
        <p:nvSpPr>
          <p:cNvPr id="71691" name="文本框 16"/>
          <p:cNvSpPr txBox="1">
            <a:spLocks noChangeArrowheads="1"/>
          </p:cNvSpPr>
          <p:nvPr/>
        </p:nvSpPr>
        <p:spPr bwMode="auto">
          <a:xfrm>
            <a:off x="5357813" y="3060700"/>
            <a:ext cx="436562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400">
                <a:solidFill>
                  <a:prstClr val="black"/>
                </a:solidFill>
              </a:rPr>
              <a:t>G</a:t>
            </a:r>
          </a:p>
        </p:txBody>
      </p:sp>
      <p:sp>
        <p:nvSpPr>
          <p:cNvPr id="71692" name="文本框 17"/>
          <p:cNvSpPr txBox="1">
            <a:spLocks noChangeArrowheads="1"/>
          </p:cNvSpPr>
          <p:nvPr/>
        </p:nvSpPr>
        <p:spPr bwMode="auto">
          <a:xfrm>
            <a:off x="5224463" y="3479800"/>
            <a:ext cx="36353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400">
                <a:solidFill>
                  <a:prstClr val="black"/>
                </a:solidFill>
              </a:rPr>
              <a:t>J</a:t>
            </a:r>
          </a:p>
        </p:txBody>
      </p:sp>
      <p:sp>
        <p:nvSpPr>
          <p:cNvPr id="71693" name="文本框 18"/>
          <p:cNvSpPr txBox="1">
            <a:spLocks noChangeArrowheads="1"/>
          </p:cNvSpPr>
          <p:nvPr/>
        </p:nvSpPr>
        <p:spPr bwMode="auto">
          <a:xfrm>
            <a:off x="6205538" y="3060700"/>
            <a:ext cx="363537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400">
                <a:solidFill>
                  <a:prstClr val="black"/>
                </a:solidFill>
              </a:rPr>
              <a:t>H</a:t>
            </a:r>
          </a:p>
        </p:txBody>
      </p:sp>
      <p:sp>
        <p:nvSpPr>
          <p:cNvPr id="12" name="圆角矩形 11"/>
          <p:cNvSpPr/>
          <p:nvPr/>
        </p:nvSpPr>
        <p:spPr>
          <a:xfrm>
            <a:off x="1619250" y="1512888"/>
            <a:ext cx="1638300" cy="1508125"/>
          </a:xfrm>
          <a:prstGeom prst="roundRect">
            <a:avLst/>
          </a:prstGeom>
          <a:noFill/>
          <a:ln w="12700" cmpd="sng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1" lang="zh-CN" altLang="en-US" noProof="1">
              <a:solidFill>
                <a:prstClr val="white"/>
              </a:solidFill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4471988" y="2841625"/>
            <a:ext cx="2314575" cy="1143000"/>
          </a:xfrm>
          <a:prstGeom prst="roundRect">
            <a:avLst/>
          </a:prstGeom>
          <a:noFill/>
          <a:ln w="12700" cmpd="sng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1" lang="zh-CN" altLang="en-US" noProof="1">
              <a:solidFill>
                <a:prstClr val="white"/>
              </a:solidFill>
            </a:endParaRPr>
          </a:p>
        </p:txBody>
      </p:sp>
      <p:sp>
        <p:nvSpPr>
          <p:cNvPr id="71696" name="文本框 13"/>
          <p:cNvSpPr txBox="1">
            <a:spLocks noChangeArrowheads="1"/>
          </p:cNvSpPr>
          <p:nvPr/>
        </p:nvSpPr>
        <p:spPr bwMode="auto">
          <a:xfrm>
            <a:off x="1876425" y="3148013"/>
            <a:ext cx="147478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0000"/>
                </a:solidFill>
              </a:rPr>
              <a:t>cluster 1</a:t>
            </a:r>
          </a:p>
        </p:txBody>
      </p:sp>
      <p:sp>
        <p:nvSpPr>
          <p:cNvPr id="71697" name="文本框 14"/>
          <p:cNvSpPr txBox="1">
            <a:spLocks noChangeArrowheads="1"/>
          </p:cNvSpPr>
          <p:nvPr/>
        </p:nvSpPr>
        <p:spPr bwMode="auto">
          <a:xfrm>
            <a:off x="5594350" y="2482850"/>
            <a:ext cx="14255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0000"/>
                </a:solidFill>
              </a:rPr>
              <a:t>cluster 2</a:t>
            </a:r>
          </a:p>
        </p:txBody>
      </p:sp>
      <p:sp>
        <p:nvSpPr>
          <p:cNvPr id="21" name="矩形 20"/>
          <p:cNvSpPr/>
          <p:nvPr/>
        </p:nvSpPr>
        <p:spPr>
          <a:xfrm>
            <a:off x="4444" y="7938"/>
            <a:ext cx="821056" cy="46166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kumimoji="1" lang="en-US" altLang="zh-CN" noProof="1">
                <a:ln w="12700">
                  <a:solidFill>
                    <a:srgbClr val="2F2F2F">
                      <a:lumMod val="75000"/>
                    </a:srgbClr>
                  </a:solidFill>
                  <a:prstDash val="solid"/>
                </a:ln>
                <a:pattFill prst="dkUpDiag">
                  <a:fgClr>
                    <a:srgbClr val="2F2F2F"/>
                  </a:fgClr>
                  <a:bgClr>
                    <a:srgbClr val="2F2F2F">
                      <a:lumMod val="20000"/>
                      <a:lumOff val="80000"/>
                    </a:srgbClr>
                  </a:bgClr>
                </a:pattFill>
                <a:effectLst>
                  <a:outerShdw dist="38100" dir="2640000" algn="bl" rotWithShape="0">
                    <a:srgbClr val="2F2F2F">
                      <a:lumMod val="75000"/>
                    </a:srgbClr>
                  </a:outerShdw>
                </a:effectLst>
                <a:latin typeface="Arial" charset="0"/>
                <a:ea typeface="宋体" charset="-122"/>
                <a:cs typeface="+mn-ea"/>
              </a:rPr>
              <a:t>11</a:t>
            </a:r>
            <a:endParaRPr kumimoji="1" lang="en-US" altLang="zh-CN" noProof="1">
              <a:ln w="12700">
                <a:solidFill>
                  <a:srgbClr val="2F2F2F">
                    <a:lumMod val="75000"/>
                  </a:srgbClr>
                </a:solidFill>
                <a:prstDash val="solid"/>
              </a:ln>
              <a:pattFill prst="dkUpDiag">
                <a:fgClr>
                  <a:srgbClr val="2F2F2F"/>
                </a:fgClr>
                <a:bgClr>
                  <a:srgbClr val="2F2F2F">
                    <a:lumMod val="20000"/>
                    <a:lumOff val="80000"/>
                  </a:srgbClr>
                </a:bgClr>
              </a:pattFill>
              <a:effectLst>
                <a:outerShdw dist="38100" dir="2640000" algn="bl" rotWithShape="0">
                  <a:srgbClr val="2F2F2F">
                    <a:lumMod val="75000"/>
                  </a:srgbClr>
                </a:outerShdw>
              </a:effectLst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71699" name="文本框 92"/>
          <p:cNvSpPr txBox="1">
            <a:spLocks noChangeArrowheads="1"/>
          </p:cNvSpPr>
          <p:nvPr/>
        </p:nvSpPr>
        <p:spPr bwMode="auto">
          <a:xfrm>
            <a:off x="2419350" y="4552950"/>
            <a:ext cx="381793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FF0000"/>
                </a:solidFill>
              </a:rPr>
              <a:t>Clustering finished !</a:t>
            </a:r>
          </a:p>
        </p:txBody>
      </p:sp>
      <p:sp>
        <p:nvSpPr>
          <p:cNvPr id="2" name="六角星 1"/>
          <p:cNvSpPr/>
          <p:nvPr/>
        </p:nvSpPr>
        <p:spPr>
          <a:xfrm>
            <a:off x="8126413" y="5021263"/>
            <a:ext cx="885825" cy="547687"/>
          </a:xfrm>
          <a:prstGeom prst="star6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1" lang="zh-CN" altLang="en-US" noProof="1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4217074"/>
      </p:ext>
    </p:extLst>
  </p:cSld>
  <p:clrMapOvr>
    <a:masterClrMapping/>
  </p:clrMapOvr>
  <p:transition>
    <p:wipe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文本框 5"/>
          <p:cNvSpPr txBox="1">
            <a:spLocks noChangeArrowheads="1"/>
          </p:cNvSpPr>
          <p:nvPr/>
        </p:nvSpPr>
        <p:spPr bwMode="auto">
          <a:xfrm>
            <a:off x="2913063" y="173038"/>
            <a:ext cx="3035300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prstClr val="black"/>
                </a:solidFill>
              </a:rPr>
              <a:t>Disadvantages</a:t>
            </a:r>
          </a:p>
        </p:txBody>
      </p:sp>
      <p:sp>
        <p:nvSpPr>
          <p:cNvPr id="72707" name="文本框 3"/>
          <p:cNvSpPr txBox="1">
            <a:spLocks noChangeArrowheads="1"/>
          </p:cNvSpPr>
          <p:nvPr/>
        </p:nvSpPr>
        <p:spPr bwMode="auto">
          <a:xfrm>
            <a:off x="315913" y="1044575"/>
            <a:ext cx="4922837" cy="440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/>
            <a:r>
              <a:rPr lang="en-US" altLang="zh-CN">
                <a:solidFill>
                  <a:prstClr val="black"/>
                </a:solidFill>
              </a:rPr>
              <a:t>   </a:t>
            </a:r>
            <a:r>
              <a:rPr lang="en-US" altLang="zh-CN" sz="2000">
                <a:solidFill>
                  <a:prstClr val="black"/>
                </a:solidFill>
              </a:rPr>
              <a:t> </a:t>
            </a:r>
            <a:r>
              <a:rPr lang="en-US" altLang="zh-CN" sz="2800">
                <a:solidFill>
                  <a:prstClr val="black"/>
                </a:solidFill>
              </a:rPr>
              <a:t>  one of the main disadvantages to k-means is the fact that you must specify the number of clusters(</a:t>
            </a:r>
            <a:r>
              <a:rPr lang="en-US" altLang="zh-CN" sz="2800">
                <a:solidFill>
                  <a:prstClr val="black"/>
                </a:solidFill>
                <a:latin typeface="Lucida Handwriting" charset="0"/>
              </a:rPr>
              <a:t>K</a:t>
            </a:r>
            <a:r>
              <a:rPr lang="en-US" altLang="zh-CN" sz="2800">
                <a:solidFill>
                  <a:prstClr val="black"/>
                </a:solidFill>
              </a:rPr>
              <a:t>) as an input to the algorithm.As designed,the algorithm is not capable of determining the appropriate number of clusters and depends upon the user to identify this in advance. </a:t>
            </a:r>
          </a:p>
        </p:txBody>
      </p:sp>
      <p:pic>
        <p:nvPicPr>
          <p:cNvPr id="72708" name="图片 4" descr="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3075" y="3370263"/>
            <a:ext cx="3409950" cy="231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709" name="图片 15" descr="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6250" y="1062038"/>
            <a:ext cx="3409950" cy="2319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7" name="墨迹 16"/>
              <p14:cNvContentPartPr/>
              <p14:nvPr/>
            </p14:nvContentPartPr>
            <p14:xfrm>
              <a:off x="7365999" y="1666874"/>
              <a:ext cx="44450" cy="185208"/>
            </p14:xfrm>
          </p:contentPart>
        </mc:Choice>
        <mc:Fallback xmlns="">
          <p:pic>
            <p:nvPicPr>
              <p:cNvPr id="17" name="墨迹 16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348291" y="1649218"/>
                <a:ext cx="79865" cy="22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8" name="墨迹 17"/>
              <p14:cNvContentPartPr/>
              <p14:nvPr/>
            </p14:nvContentPartPr>
            <p14:xfrm>
              <a:off x="7308849" y="1746249"/>
              <a:ext cx="177800" cy="47625"/>
            </p14:xfrm>
          </p:contentPart>
        </mc:Choice>
        <mc:Fallback xmlns="">
          <p:pic>
            <p:nvPicPr>
              <p:cNvPr id="18" name="墨迹 17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291213" y="1728570"/>
                <a:ext cx="213072" cy="8298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9" name="墨迹 18"/>
              <p14:cNvContentPartPr/>
              <p14:nvPr/>
            </p14:nvContentPartPr>
            <p14:xfrm>
              <a:off x="6877049" y="2614083"/>
              <a:ext cx="133350" cy="153458"/>
            </p14:xfrm>
          </p:contentPart>
        </mc:Choice>
        <mc:Fallback xmlns="">
          <p:pic>
            <p:nvPicPr>
              <p:cNvPr id="19" name="墨迹 18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859389" y="2596432"/>
                <a:ext cx="168670" cy="1887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0" name="墨迹 19"/>
              <p14:cNvContentPartPr/>
              <p14:nvPr/>
            </p14:nvContentPartPr>
            <p14:xfrm>
              <a:off x="6883399" y="2577041"/>
              <a:ext cx="203200" cy="179917"/>
            </p14:xfrm>
          </p:contentPart>
        </mc:Choice>
        <mc:Fallback xmlns="">
          <p:pic>
            <p:nvPicPr>
              <p:cNvPr id="20" name="墨迹 19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865745" y="2559409"/>
                <a:ext cx="238508" cy="21518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1" name="墨迹 20"/>
              <p14:cNvContentPartPr/>
              <p14:nvPr/>
            </p14:nvContentPartPr>
            <p14:xfrm>
              <a:off x="7258049" y="4132791"/>
              <a:ext cx="165100" cy="164042"/>
            </p14:xfrm>
          </p:contentPart>
        </mc:Choice>
        <mc:Fallback xmlns="">
          <p:pic>
            <p:nvPicPr>
              <p:cNvPr id="21" name="墨迹 20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240424" y="4115164"/>
                <a:ext cx="200350" cy="19929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2" name="墨迹 21"/>
              <p14:cNvContentPartPr/>
              <p14:nvPr/>
            </p14:nvContentPartPr>
            <p14:xfrm>
              <a:off x="7264399" y="4106333"/>
              <a:ext cx="241300" cy="201083"/>
            </p14:xfrm>
          </p:contentPart>
        </mc:Choice>
        <mc:Fallback xmlns="">
          <p:pic>
            <p:nvPicPr>
              <p:cNvPr id="22" name="墨迹 21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246752" y="4088707"/>
                <a:ext cx="276595" cy="2363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3" name="墨迹 22"/>
              <p14:cNvContentPartPr/>
              <p14:nvPr/>
            </p14:nvContentPartPr>
            <p14:xfrm>
              <a:off x="6826249" y="4942416"/>
              <a:ext cx="165100" cy="185208"/>
            </p14:xfrm>
          </p:contentPart>
        </mc:Choice>
        <mc:Fallback xmlns="">
          <p:pic>
            <p:nvPicPr>
              <p:cNvPr id="23" name="墨迹 22"/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808624" y="4924760"/>
                <a:ext cx="200350" cy="22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4" name="墨迹 23"/>
              <p14:cNvContentPartPr/>
              <p14:nvPr/>
            </p14:nvContentPartPr>
            <p14:xfrm>
              <a:off x="6851649" y="4915957"/>
              <a:ext cx="177800" cy="148167"/>
            </p14:xfrm>
          </p:contentPart>
        </mc:Choice>
        <mc:Fallback xmlns="">
          <p:pic>
            <p:nvPicPr>
              <p:cNvPr id="24" name="墨迹 23"/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834013" y="4898335"/>
                <a:ext cx="213072" cy="1834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5" name="墨迹 24"/>
              <p14:cNvContentPartPr/>
              <p14:nvPr/>
            </p14:nvContentPartPr>
            <p14:xfrm>
              <a:off x="7886699" y="4709583"/>
              <a:ext cx="82550" cy="222250"/>
            </p14:xfrm>
          </p:contentPart>
        </mc:Choice>
        <mc:Fallback xmlns="">
          <p:pic>
            <p:nvPicPr>
              <p:cNvPr id="25" name="墨迹 24"/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7869035" y="4691933"/>
                <a:ext cx="117877" cy="25755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6" name="墨迹 25"/>
              <p14:cNvContentPartPr/>
              <p14:nvPr/>
            </p14:nvContentPartPr>
            <p14:xfrm>
              <a:off x="7785099" y="4762499"/>
              <a:ext cx="330200" cy="116417"/>
            </p14:xfrm>
          </p:contentPart>
        </mc:Choice>
        <mc:Fallback xmlns="">
          <p:pic>
            <p:nvPicPr>
              <p:cNvPr id="26" name="墨迹 25"/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7767455" y="4744893"/>
                <a:ext cx="365489" cy="151630"/>
              </a:xfrm>
              <a:prstGeom prst="rect">
                <a:avLst/>
              </a:prstGeom>
            </p:spPr>
          </p:pic>
        </mc:Fallback>
      </mc:AlternateContent>
      <p:sp>
        <p:nvSpPr>
          <p:cNvPr id="72720" name="文本框 27"/>
          <p:cNvSpPr txBox="1">
            <a:spLocks noChangeArrowheads="1"/>
          </p:cNvSpPr>
          <p:nvPr/>
        </p:nvSpPr>
        <p:spPr bwMode="auto">
          <a:xfrm>
            <a:off x="8124825" y="2576513"/>
            <a:ext cx="7334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0000"/>
                </a:solidFill>
              </a:rPr>
              <a:t>K=2</a:t>
            </a:r>
          </a:p>
        </p:txBody>
      </p:sp>
      <p:sp>
        <p:nvSpPr>
          <p:cNvPr id="72721" name="文本框 28"/>
          <p:cNvSpPr txBox="1">
            <a:spLocks noChangeArrowheads="1"/>
          </p:cNvSpPr>
          <p:nvPr/>
        </p:nvSpPr>
        <p:spPr bwMode="auto">
          <a:xfrm>
            <a:off x="8213725" y="5070475"/>
            <a:ext cx="7334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0000"/>
                </a:solidFill>
              </a:rPr>
              <a:t>K=3</a:t>
            </a:r>
          </a:p>
        </p:txBody>
      </p:sp>
      <p:sp>
        <p:nvSpPr>
          <p:cNvPr id="30" name="矩形 29"/>
          <p:cNvSpPr/>
          <p:nvPr/>
        </p:nvSpPr>
        <p:spPr>
          <a:xfrm>
            <a:off x="3810" y="7938"/>
            <a:ext cx="716280" cy="46166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kumimoji="1" lang="en-US" altLang="zh-CN" noProof="1">
                <a:ln w="12700">
                  <a:solidFill>
                    <a:srgbClr val="2F2F2F">
                      <a:lumMod val="75000"/>
                    </a:srgbClr>
                  </a:solidFill>
                  <a:prstDash val="solid"/>
                </a:ln>
                <a:pattFill prst="dkUpDiag">
                  <a:fgClr>
                    <a:srgbClr val="2F2F2F"/>
                  </a:fgClr>
                  <a:bgClr>
                    <a:srgbClr val="2F2F2F">
                      <a:lumMod val="20000"/>
                      <a:lumOff val="80000"/>
                    </a:srgbClr>
                  </a:bgClr>
                </a:pattFill>
                <a:effectLst>
                  <a:outerShdw dist="38100" dir="2640000" algn="bl" rotWithShape="0">
                    <a:srgbClr val="2F2F2F">
                      <a:lumMod val="75000"/>
                    </a:srgbClr>
                  </a:outerShdw>
                </a:effectLst>
                <a:latin typeface="Arial" charset="0"/>
                <a:ea typeface="宋体" charset="-122"/>
                <a:cs typeface="+mn-ea"/>
              </a:rPr>
              <a:t>12</a:t>
            </a:r>
            <a:endParaRPr kumimoji="1" lang="en-US" altLang="zh-CN" noProof="1">
              <a:ln w="12700">
                <a:solidFill>
                  <a:srgbClr val="2F2F2F">
                    <a:lumMod val="75000"/>
                  </a:srgbClr>
                </a:solidFill>
                <a:prstDash val="solid"/>
              </a:ln>
              <a:pattFill prst="dkUpDiag">
                <a:fgClr>
                  <a:srgbClr val="2F2F2F"/>
                </a:fgClr>
                <a:bgClr>
                  <a:srgbClr val="2F2F2F">
                    <a:lumMod val="20000"/>
                    <a:lumOff val="80000"/>
                  </a:srgbClr>
                </a:bgClr>
              </a:pattFill>
              <a:effectLst>
                <a:outerShdw dist="38100" dir="2640000" algn="bl" rotWithShape="0">
                  <a:srgbClr val="2F2F2F">
                    <a:lumMod val="75000"/>
                  </a:srgbClr>
                </a:outerShdw>
              </a:effectLst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54078727"/>
      </p:ext>
    </p:extLst>
  </p:cSld>
  <p:clrMapOvr>
    <a:masterClrMapping/>
  </p:clrMapOvr>
  <p:transition>
    <p:wipe dir="r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/>
          </p:cNvSpPr>
          <p:nvPr>
            <p:ph type="title" idx="4294967295"/>
          </p:nvPr>
        </p:nvSpPr>
        <p:spPr>
          <a:xfrm>
            <a:off x="681038" y="403225"/>
            <a:ext cx="7705725" cy="777875"/>
          </a:xfrm>
        </p:spPr>
        <p:txBody>
          <a:bodyPr/>
          <a:lstStyle/>
          <a:p>
            <a:r>
              <a:rPr lang="en-US" altLang="en-US" sz="4000">
                <a:latin typeface="宋体" pitchFamily="2" charset="-122"/>
              </a:rPr>
              <a:t>K-means</a:t>
            </a:r>
            <a:r>
              <a:rPr lang="zh-CN" altLang="en-US" sz="4000">
                <a:latin typeface="宋体" pitchFamily="2" charset="-122"/>
              </a:rPr>
              <a:t>聚类</a:t>
            </a:r>
            <a:endParaRPr lang="en-US" altLang="ko-KR" sz="4000">
              <a:latin typeface="宋体" pitchFamily="2" charset="-122"/>
              <a:ea typeface="微软雅黑" pitchFamily="34" charset="-122"/>
            </a:endParaRPr>
          </a:p>
        </p:txBody>
      </p:sp>
      <p:sp>
        <p:nvSpPr>
          <p:cNvPr id="73731" name="Rectangle 3"/>
          <p:cNvSpPr>
            <a:spLocks noGrp="1"/>
          </p:cNvSpPr>
          <p:nvPr>
            <p:ph type="body" idx="4294967295"/>
          </p:nvPr>
        </p:nvSpPr>
        <p:spPr>
          <a:xfrm>
            <a:off x="457200" y="1143000"/>
            <a:ext cx="8153400" cy="4318000"/>
          </a:xfrm>
        </p:spPr>
        <p:txBody>
          <a:bodyPr/>
          <a:lstStyle/>
          <a:p>
            <a:r>
              <a:rPr lang="en-US" altLang="ko-KR">
                <a:solidFill>
                  <a:srgbClr val="000000"/>
                </a:solidFill>
                <a:ea typeface="Gulim" pitchFamily="34" charset="-127"/>
              </a:rPr>
              <a:t>Example</a:t>
            </a:r>
          </a:p>
        </p:txBody>
      </p:sp>
      <p:grpSp>
        <p:nvGrpSpPr>
          <p:cNvPr id="73732" name="Group 4"/>
          <p:cNvGrpSpPr>
            <a:grpSpLocks/>
          </p:cNvGrpSpPr>
          <p:nvPr/>
        </p:nvGrpSpPr>
        <p:grpSpPr bwMode="auto">
          <a:xfrm>
            <a:off x="3200400" y="1651000"/>
            <a:ext cx="2286000" cy="1714500"/>
            <a:chOff x="528" y="240"/>
            <a:chExt cx="2142" cy="1872"/>
          </a:xfrm>
        </p:grpSpPr>
        <p:graphicFrame>
          <p:nvGraphicFramePr>
            <p:cNvPr id="73919" name="Object 5"/>
            <p:cNvGraphicFramePr>
              <a:graphicFrameLocks noChangeAspect="1"/>
            </p:cNvGraphicFramePr>
            <p:nvPr/>
          </p:nvGraphicFramePr>
          <p:xfrm>
            <a:off x="528" y="240"/>
            <a:ext cx="2142" cy="18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385" name="Worksheet" r:id="rId3" imgW="3400654" imgH="2915107" progId="Excel.Sheet.8">
                    <p:embed/>
                  </p:oleObj>
                </mc:Choice>
                <mc:Fallback>
                  <p:oleObj name="Worksheet" r:id="rId3" imgW="3400654" imgH="2915107" progId="Excel.Sheet.8">
                    <p:embed/>
                    <p:pic>
                      <p:nvPicPr>
                        <p:cNvPr id="73919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" y="240"/>
                          <a:ext cx="2142" cy="18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0000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">
                              <a:solidFill>
                                <a:srgbClr val="FFFFFF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107763" dir="189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3920" name="Freeform 6"/>
            <p:cNvSpPr>
              <a:spLocks/>
            </p:cNvSpPr>
            <p:nvPr/>
          </p:nvSpPr>
          <p:spPr bwMode="auto">
            <a:xfrm>
              <a:off x="1008" y="935"/>
              <a:ext cx="173" cy="504"/>
            </a:xfrm>
            <a:custGeom>
              <a:avLst/>
              <a:gdLst>
                <a:gd name="T0" fmla="*/ 1 w 852"/>
                <a:gd name="T1" fmla="*/ 8 h 1260"/>
                <a:gd name="T2" fmla="*/ 1 w 852"/>
                <a:gd name="T3" fmla="*/ 1 h 1260"/>
                <a:gd name="T4" fmla="*/ 0 w 852"/>
                <a:gd name="T5" fmla="*/ 1 h 1260"/>
                <a:gd name="T6" fmla="*/ 0 w 852"/>
                <a:gd name="T7" fmla="*/ 2 h 1260"/>
                <a:gd name="T8" fmla="*/ 0 w 852"/>
                <a:gd name="T9" fmla="*/ 10 h 1260"/>
                <a:gd name="T10" fmla="*/ 0 w 852"/>
                <a:gd name="T11" fmla="*/ 20 h 1260"/>
                <a:gd name="T12" fmla="*/ 1 w 852"/>
                <a:gd name="T13" fmla="*/ 32 h 1260"/>
                <a:gd name="T14" fmla="*/ 1 w 852"/>
                <a:gd name="T15" fmla="*/ 32 h 1260"/>
                <a:gd name="T16" fmla="*/ 1 w 852"/>
                <a:gd name="T17" fmla="*/ 33 h 1260"/>
                <a:gd name="T18" fmla="*/ 1 w 852"/>
                <a:gd name="T19" fmla="*/ 34 h 1260"/>
                <a:gd name="T20" fmla="*/ 1 w 852"/>
                <a:gd name="T21" fmla="*/ 35 h 1260"/>
                <a:gd name="T22" fmla="*/ 1 w 852"/>
                <a:gd name="T23" fmla="*/ 35 h 1260"/>
                <a:gd name="T24" fmla="*/ 1 w 852"/>
                <a:gd name="T25" fmla="*/ 29 h 1260"/>
                <a:gd name="T26" fmla="*/ 1 w 852"/>
                <a:gd name="T27" fmla="*/ 27 h 1260"/>
                <a:gd name="T28" fmla="*/ 1 w 852"/>
                <a:gd name="T29" fmla="*/ 24 h 1260"/>
                <a:gd name="T30" fmla="*/ 1 w 852"/>
                <a:gd name="T31" fmla="*/ 22 h 1260"/>
                <a:gd name="T32" fmla="*/ 1 w 852"/>
                <a:gd name="T33" fmla="*/ 21 h 1260"/>
                <a:gd name="T34" fmla="*/ 1 w 852"/>
                <a:gd name="T35" fmla="*/ 20 h 1260"/>
                <a:gd name="T36" fmla="*/ 1 w 852"/>
                <a:gd name="T37" fmla="*/ 18 h 1260"/>
                <a:gd name="T38" fmla="*/ 1 w 852"/>
                <a:gd name="T39" fmla="*/ 18 h 1260"/>
                <a:gd name="T40" fmla="*/ 1 w 852"/>
                <a:gd name="T41" fmla="*/ 8 h 126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852" h="1260">
                  <a:moveTo>
                    <a:pt x="518" y="280"/>
                  </a:moveTo>
                  <a:cubicBezTo>
                    <a:pt x="509" y="187"/>
                    <a:pt x="497" y="69"/>
                    <a:pt x="392" y="36"/>
                  </a:cubicBezTo>
                  <a:cubicBezTo>
                    <a:pt x="339" y="0"/>
                    <a:pt x="309" y="15"/>
                    <a:pt x="237" y="21"/>
                  </a:cubicBezTo>
                  <a:cubicBezTo>
                    <a:pt x="194" y="31"/>
                    <a:pt x="168" y="45"/>
                    <a:pt x="133" y="73"/>
                  </a:cubicBezTo>
                  <a:cubicBezTo>
                    <a:pt x="84" y="168"/>
                    <a:pt x="20" y="262"/>
                    <a:pt x="0" y="369"/>
                  </a:cubicBezTo>
                  <a:cubicBezTo>
                    <a:pt x="5" y="481"/>
                    <a:pt x="3" y="584"/>
                    <a:pt x="44" y="688"/>
                  </a:cubicBezTo>
                  <a:cubicBezTo>
                    <a:pt x="78" y="870"/>
                    <a:pt x="173" y="1057"/>
                    <a:pt x="362" y="1117"/>
                  </a:cubicBezTo>
                  <a:cubicBezTo>
                    <a:pt x="415" y="1152"/>
                    <a:pt x="347" y="1112"/>
                    <a:pt x="429" y="1139"/>
                  </a:cubicBezTo>
                  <a:cubicBezTo>
                    <a:pt x="437" y="1142"/>
                    <a:pt x="443" y="1150"/>
                    <a:pt x="451" y="1154"/>
                  </a:cubicBezTo>
                  <a:cubicBezTo>
                    <a:pt x="473" y="1165"/>
                    <a:pt x="501" y="1168"/>
                    <a:pt x="525" y="1176"/>
                  </a:cubicBezTo>
                  <a:cubicBezTo>
                    <a:pt x="562" y="1201"/>
                    <a:pt x="581" y="1218"/>
                    <a:pt x="622" y="1228"/>
                  </a:cubicBezTo>
                  <a:cubicBezTo>
                    <a:pt x="684" y="1260"/>
                    <a:pt x="714" y="1249"/>
                    <a:pt x="792" y="1243"/>
                  </a:cubicBezTo>
                  <a:cubicBezTo>
                    <a:pt x="852" y="1183"/>
                    <a:pt x="819" y="1088"/>
                    <a:pt x="785" y="1021"/>
                  </a:cubicBezTo>
                  <a:cubicBezTo>
                    <a:pt x="770" y="992"/>
                    <a:pt x="773" y="979"/>
                    <a:pt x="748" y="954"/>
                  </a:cubicBezTo>
                  <a:cubicBezTo>
                    <a:pt x="735" y="917"/>
                    <a:pt x="711" y="888"/>
                    <a:pt x="688" y="858"/>
                  </a:cubicBezTo>
                  <a:cubicBezTo>
                    <a:pt x="676" y="821"/>
                    <a:pt x="643" y="795"/>
                    <a:pt x="622" y="762"/>
                  </a:cubicBezTo>
                  <a:cubicBezTo>
                    <a:pt x="616" y="753"/>
                    <a:pt x="613" y="742"/>
                    <a:pt x="607" y="732"/>
                  </a:cubicBezTo>
                  <a:cubicBezTo>
                    <a:pt x="603" y="724"/>
                    <a:pt x="597" y="717"/>
                    <a:pt x="592" y="710"/>
                  </a:cubicBezTo>
                  <a:cubicBezTo>
                    <a:pt x="580" y="671"/>
                    <a:pt x="589" y="694"/>
                    <a:pt x="555" y="643"/>
                  </a:cubicBezTo>
                  <a:cubicBezTo>
                    <a:pt x="550" y="636"/>
                    <a:pt x="540" y="621"/>
                    <a:pt x="540" y="621"/>
                  </a:cubicBezTo>
                  <a:cubicBezTo>
                    <a:pt x="519" y="510"/>
                    <a:pt x="518" y="392"/>
                    <a:pt x="518" y="28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kumimoji="1" lang="zh-CN" altLang="en-US">
                <a:solidFill>
                  <a:prstClr val="black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3921" name="Freeform 7"/>
            <p:cNvSpPr>
              <a:spLocks/>
            </p:cNvSpPr>
            <p:nvPr/>
          </p:nvSpPr>
          <p:spPr bwMode="auto">
            <a:xfrm>
              <a:off x="1587" y="952"/>
              <a:ext cx="173" cy="504"/>
            </a:xfrm>
            <a:custGeom>
              <a:avLst/>
              <a:gdLst>
                <a:gd name="T0" fmla="*/ 0 w 768"/>
                <a:gd name="T1" fmla="*/ 30 h 630"/>
                <a:gd name="T2" fmla="*/ 0 w 768"/>
                <a:gd name="T3" fmla="*/ 34 h 630"/>
                <a:gd name="T4" fmla="*/ 0 w 768"/>
                <a:gd name="T5" fmla="*/ 78 h 630"/>
                <a:gd name="T6" fmla="*/ 0 w 768"/>
                <a:gd name="T7" fmla="*/ 142 h 630"/>
                <a:gd name="T8" fmla="*/ 0 w 768"/>
                <a:gd name="T9" fmla="*/ 162 h 630"/>
                <a:gd name="T10" fmla="*/ 0 w 768"/>
                <a:gd name="T11" fmla="*/ 189 h 630"/>
                <a:gd name="T12" fmla="*/ 1 w 768"/>
                <a:gd name="T13" fmla="*/ 250 h 630"/>
                <a:gd name="T14" fmla="*/ 1 w 768"/>
                <a:gd name="T15" fmla="*/ 260 h 630"/>
                <a:gd name="T16" fmla="*/ 1 w 768"/>
                <a:gd name="T17" fmla="*/ 270 h 630"/>
                <a:gd name="T18" fmla="*/ 1 w 768"/>
                <a:gd name="T19" fmla="*/ 286 h 630"/>
                <a:gd name="T20" fmla="*/ 2 w 768"/>
                <a:gd name="T21" fmla="*/ 277 h 630"/>
                <a:gd name="T22" fmla="*/ 2 w 768"/>
                <a:gd name="T23" fmla="*/ 266 h 630"/>
                <a:gd name="T24" fmla="*/ 2 w 768"/>
                <a:gd name="T25" fmla="*/ 242 h 630"/>
                <a:gd name="T26" fmla="*/ 2 w 768"/>
                <a:gd name="T27" fmla="*/ 216 h 630"/>
                <a:gd name="T28" fmla="*/ 2 w 768"/>
                <a:gd name="T29" fmla="*/ 198 h 630"/>
                <a:gd name="T30" fmla="*/ 2 w 768"/>
                <a:gd name="T31" fmla="*/ 189 h 630"/>
                <a:gd name="T32" fmla="*/ 2 w 768"/>
                <a:gd name="T33" fmla="*/ 134 h 630"/>
                <a:gd name="T34" fmla="*/ 2 w 768"/>
                <a:gd name="T35" fmla="*/ 81 h 630"/>
                <a:gd name="T36" fmla="*/ 2 w 768"/>
                <a:gd name="T37" fmla="*/ 50 h 630"/>
                <a:gd name="T38" fmla="*/ 1 w 768"/>
                <a:gd name="T39" fmla="*/ 0 h 630"/>
                <a:gd name="T40" fmla="*/ 0 w 768"/>
                <a:gd name="T41" fmla="*/ 14 h 630"/>
                <a:gd name="T42" fmla="*/ 0 w 768"/>
                <a:gd name="T43" fmla="*/ 30 h 63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768" h="630">
                  <a:moveTo>
                    <a:pt x="183" y="67"/>
                  </a:moveTo>
                  <a:cubicBezTo>
                    <a:pt x="146" y="41"/>
                    <a:pt x="112" y="61"/>
                    <a:pt x="72" y="74"/>
                  </a:cubicBezTo>
                  <a:cubicBezTo>
                    <a:pt x="13" y="114"/>
                    <a:pt x="28" y="107"/>
                    <a:pt x="5" y="170"/>
                  </a:cubicBezTo>
                  <a:cubicBezTo>
                    <a:pt x="8" y="217"/>
                    <a:pt x="0" y="266"/>
                    <a:pt x="13" y="311"/>
                  </a:cubicBezTo>
                  <a:cubicBezTo>
                    <a:pt x="19" y="331"/>
                    <a:pt x="45" y="339"/>
                    <a:pt x="57" y="356"/>
                  </a:cubicBezTo>
                  <a:cubicBezTo>
                    <a:pt x="92" y="407"/>
                    <a:pt x="72" y="390"/>
                    <a:pt x="109" y="415"/>
                  </a:cubicBezTo>
                  <a:cubicBezTo>
                    <a:pt x="145" y="467"/>
                    <a:pt x="187" y="508"/>
                    <a:pt x="235" y="548"/>
                  </a:cubicBezTo>
                  <a:cubicBezTo>
                    <a:pt x="243" y="555"/>
                    <a:pt x="248" y="565"/>
                    <a:pt x="257" y="570"/>
                  </a:cubicBezTo>
                  <a:cubicBezTo>
                    <a:pt x="283" y="584"/>
                    <a:pt x="305" y="583"/>
                    <a:pt x="331" y="593"/>
                  </a:cubicBezTo>
                  <a:cubicBezTo>
                    <a:pt x="371" y="608"/>
                    <a:pt x="408" y="621"/>
                    <a:pt x="450" y="630"/>
                  </a:cubicBezTo>
                  <a:cubicBezTo>
                    <a:pt x="498" y="625"/>
                    <a:pt x="551" y="623"/>
                    <a:pt x="598" y="607"/>
                  </a:cubicBezTo>
                  <a:cubicBezTo>
                    <a:pt x="618" y="600"/>
                    <a:pt x="657" y="585"/>
                    <a:pt x="657" y="585"/>
                  </a:cubicBezTo>
                  <a:cubicBezTo>
                    <a:pt x="675" y="536"/>
                    <a:pt x="651" y="594"/>
                    <a:pt x="687" y="533"/>
                  </a:cubicBezTo>
                  <a:cubicBezTo>
                    <a:pt x="698" y="514"/>
                    <a:pt x="717" y="474"/>
                    <a:pt x="717" y="474"/>
                  </a:cubicBezTo>
                  <a:cubicBezTo>
                    <a:pt x="719" y="462"/>
                    <a:pt x="720" y="449"/>
                    <a:pt x="724" y="437"/>
                  </a:cubicBezTo>
                  <a:cubicBezTo>
                    <a:pt x="727" y="429"/>
                    <a:pt x="736" y="423"/>
                    <a:pt x="739" y="415"/>
                  </a:cubicBezTo>
                  <a:cubicBezTo>
                    <a:pt x="750" y="382"/>
                    <a:pt x="760" y="332"/>
                    <a:pt x="768" y="296"/>
                  </a:cubicBezTo>
                  <a:cubicBezTo>
                    <a:pt x="766" y="257"/>
                    <a:pt x="766" y="217"/>
                    <a:pt x="761" y="178"/>
                  </a:cubicBezTo>
                  <a:cubicBezTo>
                    <a:pt x="754" y="127"/>
                    <a:pt x="750" y="142"/>
                    <a:pt x="724" y="111"/>
                  </a:cubicBezTo>
                  <a:cubicBezTo>
                    <a:pt x="653" y="27"/>
                    <a:pt x="566" y="24"/>
                    <a:pt x="465" y="0"/>
                  </a:cubicBezTo>
                  <a:cubicBezTo>
                    <a:pt x="370" y="4"/>
                    <a:pt x="294" y="6"/>
                    <a:pt x="205" y="30"/>
                  </a:cubicBezTo>
                  <a:cubicBezTo>
                    <a:pt x="154" y="63"/>
                    <a:pt x="144" y="53"/>
                    <a:pt x="183" y="67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kumimoji="1" lang="zh-CN" altLang="en-US">
                <a:solidFill>
                  <a:prstClr val="black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</p:grpSp>
      <p:grpSp>
        <p:nvGrpSpPr>
          <p:cNvPr id="73733" name="Group 8"/>
          <p:cNvGrpSpPr>
            <a:grpSpLocks/>
          </p:cNvGrpSpPr>
          <p:nvPr/>
        </p:nvGrpSpPr>
        <p:grpSpPr bwMode="auto">
          <a:xfrm>
            <a:off x="6578600" y="1673225"/>
            <a:ext cx="2222500" cy="1658938"/>
            <a:chOff x="4144" y="1265"/>
            <a:chExt cx="1400" cy="1254"/>
          </a:xfrm>
        </p:grpSpPr>
        <p:sp>
          <p:nvSpPr>
            <p:cNvPr id="73835" name="Rectangle 9"/>
            <p:cNvSpPr>
              <a:spLocks noChangeArrowheads="1"/>
            </p:cNvSpPr>
            <p:nvPr/>
          </p:nvSpPr>
          <p:spPr bwMode="auto">
            <a:xfrm>
              <a:off x="4144" y="1265"/>
              <a:ext cx="1400" cy="1254"/>
            </a:xfrm>
            <a:prstGeom prst="rect">
              <a:avLst/>
            </a:prstGeom>
            <a:solidFill>
              <a:srgbClr val="FFFFFF"/>
            </a:solidFill>
            <a:ln w="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ß"/>
                <a:defRPr sz="3200">
                  <a:solidFill>
                    <a:schemeClr val="tx1"/>
                  </a:solidFill>
                  <a:latin typeface="Franklin Gothic Book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Þ"/>
                <a:defRPr sz="2800">
                  <a:solidFill>
                    <a:schemeClr val="tx1"/>
                  </a:solidFill>
                  <a:latin typeface="Franklin Gothic Book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"/>
                <a:defRPr sz="2400">
                  <a:solidFill>
                    <a:schemeClr val="tx1"/>
                  </a:solidFill>
                  <a:latin typeface="Franklin Gothic Book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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kumimoji="1" lang="zh-CN" altLang="en-US" sz="2400">
                <a:solidFill>
                  <a:prstClr val="black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3836" name="Rectangle 10"/>
            <p:cNvSpPr>
              <a:spLocks noChangeArrowheads="1"/>
            </p:cNvSpPr>
            <p:nvPr/>
          </p:nvSpPr>
          <p:spPr bwMode="auto">
            <a:xfrm>
              <a:off x="4278" y="1354"/>
              <a:ext cx="1201" cy="10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ß"/>
                <a:defRPr sz="3200">
                  <a:solidFill>
                    <a:schemeClr val="tx1"/>
                  </a:solidFill>
                  <a:latin typeface="Franklin Gothic Book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Þ"/>
                <a:defRPr sz="2800">
                  <a:solidFill>
                    <a:schemeClr val="tx1"/>
                  </a:solidFill>
                  <a:latin typeface="Franklin Gothic Book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"/>
                <a:defRPr sz="2400">
                  <a:solidFill>
                    <a:schemeClr val="tx1"/>
                  </a:solidFill>
                  <a:latin typeface="Franklin Gothic Book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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kumimoji="1" lang="zh-CN" altLang="en-US" sz="2400">
                <a:solidFill>
                  <a:prstClr val="black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3837" name="Line 11"/>
            <p:cNvSpPr>
              <a:spLocks noChangeShapeType="1"/>
            </p:cNvSpPr>
            <p:nvPr/>
          </p:nvSpPr>
          <p:spPr bwMode="auto">
            <a:xfrm>
              <a:off x="4278" y="2264"/>
              <a:ext cx="120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kumimoji="1" lang="zh-CN" altLang="en-US">
                <a:solidFill>
                  <a:prstClr val="black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3838" name="Line 12"/>
            <p:cNvSpPr>
              <a:spLocks noChangeShapeType="1"/>
            </p:cNvSpPr>
            <p:nvPr/>
          </p:nvSpPr>
          <p:spPr bwMode="auto">
            <a:xfrm>
              <a:off x="4278" y="2163"/>
              <a:ext cx="120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kumimoji="1" lang="zh-CN" altLang="en-US">
                <a:solidFill>
                  <a:prstClr val="black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3839" name="Line 13"/>
            <p:cNvSpPr>
              <a:spLocks noChangeShapeType="1"/>
            </p:cNvSpPr>
            <p:nvPr/>
          </p:nvSpPr>
          <p:spPr bwMode="auto">
            <a:xfrm>
              <a:off x="4278" y="2061"/>
              <a:ext cx="120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kumimoji="1" lang="zh-CN" altLang="en-US">
                <a:solidFill>
                  <a:prstClr val="black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3840" name="Line 14"/>
            <p:cNvSpPr>
              <a:spLocks noChangeShapeType="1"/>
            </p:cNvSpPr>
            <p:nvPr/>
          </p:nvSpPr>
          <p:spPr bwMode="auto">
            <a:xfrm>
              <a:off x="4278" y="1960"/>
              <a:ext cx="120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kumimoji="1" lang="zh-CN" altLang="en-US">
                <a:solidFill>
                  <a:prstClr val="black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3841" name="Line 15"/>
            <p:cNvSpPr>
              <a:spLocks noChangeShapeType="1"/>
            </p:cNvSpPr>
            <p:nvPr/>
          </p:nvSpPr>
          <p:spPr bwMode="auto">
            <a:xfrm>
              <a:off x="4278" y="1858"/>
              <a:ext cx="120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kumimoji="1" lang="zh-CN" altLang="en-US">
                <a:solidFill>
                  <a:prstClr val="black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3842" name="Line 16"/>
            <p:cNvSpPr>
              <a:spLocks noChangeShapeType="1"/>
            </p:cNvSpPr>
            <p:nvPr/>
          </p:nvSpPr>
          <p:spPr bwMode="auto">
            <a:xfrm>
              <a:off x="4278" y="1760"/>
              <a:ext cx="120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kumimoji="1" lang="zh-CN" altLang="en-US">
                <a:solidFill>
                  <a:prstClr val="black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3843" name="Line 17"/>
            <p:cNvSpPr>
              <a:spLocks noChangeShapeType="1"/>
            </p:cNvSpPr>
            <p:nvPr/>
          </p:nvSpPr>
          <p:spPr bwMode="auto">
            <a:xfrm>
              <a:off x="4278" y="1659"/>
              <a:ext cx="120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kumimoji="1" lang="zh-CN" altLang="en-US">
                <a:solidFill>
                  <a:prstClr val="black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3844" name="Line 18"/>
            <p:cNvSpPr>
              <a:spLocks noChangeShapeType="1"/>
            </p:cNvSpPr>
            <p:nvPr/>
          </p:nvSpPr>
          <p:spPr bwMode="auto">
            <a:xfrm>
              <a:off x="4278" y="1557"/>
              <a:ext cx="120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kumimoji="1" lang="zh-CN" altLang="en-US">
                <a:solidFill>
                  <a:prstClr val="black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3845" name="Line 19"/>
            <p:cNvSpPr>
              <a:spLocks noChangeShapeType="1"/>
            </p:cNvSpPr>
            <p:nvPr/>
          </p:nvSpPr>
          <p:spPr bwMode="auto">
            <a:xfrm>
              <a:off x="4278" y="1456"/>
              <a:ext cx="120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kumimoji="1" lang="zh-CN" altLang="en-US">
                <a:solidFill>
                  <a:prstClr val="black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3846" name="Line 20"/>
            <p:cNvSpPr>
              <a:spLocks noChangeShapeType="1"/>
            </p:cNvSpPr>
            <p:nvPr/>
          </p:nvSpPr>
          <p:spPr bwMode="auto">
            <a:xfrm>
              <a:off x="4278" y="1354"/>
              <a:ext cx="120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kumimoji="1" lang="zh-CN" altLang="en-US">
                <a:solidFill>
                  <a:prstClr val="black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3847" name="Line 21"/>
            <p:cNvSpPr>
              <a:spLocks noChangeShapeType="1"/>
            </p:cNvSpPr>
            <p:nvPr/>
          </p:nvSpPr>
          <p:spPr bwMode="auto">
            <a:xfrm>
              <a:off x="4399" y="1354"/>
              <a:ext cx="1" cy="10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kumimoji="1" lang="zh-CN" altLang="en-US">
                <a:solidFill>
                  <a:prstClr val="black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3848" name="Line 22"/>
            <p:cNvSpPr>
              <a:spLocks noChangeShapeType="1"/>
            </p:cNvSpPr>
            <p:nvPr/>
          </p:nvSpPr>
          <p:spPr bwMode="auto">
            <a:xfrm>
              <a:off x="4516" y="1354"/>
              <a:ext cx="1" cy="10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kumimoji="1" lang="zh-CN" altLang="en-US">
                <a:solidFill>
                  <a:prstClr val="black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3849" name="Line 23"/>
            <p:cNvSpPr>
              <a:spLocks noChangeShapeType="1"/>
            </p:cNvSpPr>
            <p:nvPr/>
          </p:nvSpPr>
          <p:spPr bwMode="auto">
            <a:xfrm>
              <a:off x="4638" y="1354"/>
              <a:ext cx="1" cy="10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kumimoji="1" lang="zh-CN" altLang="en-US">
                <a:solidFill>
                  <a:prstClr val="black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3850" name="Line 24"/>
            <p:cNvSpPr>
              <a:spLocks noChangeShapeType="1"/>
            </p:cNvSpPr>
            <p:nvPr/>
          </p:nvSpPr>
          <p:spPr bwMode="auto">
            <a:xfrm>
              <a:off x="4759" y="1354"/>
              <a:ext cx="1" cy="10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kumimoji="1" lang="zh-CN" altLang="en-US">
                <a:solidFill>
                  <a:prstClr val="black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3851" name="Line 25"/>
            <p:cNvSpPr>
              <a:spLocks noChangeShapeType="1"/>
            </p:cNvSpPr>
            <p:nvPr/>
          </p:nvSpPr>
          <p:spPr bwMode="auto">
            <a:xfrm>
              <a:off x="4880" y="1354"/>
              <a:ext cx="1" cy="10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kumimoji="1" lang="zh-CN" altLang="en-US">
                <a:solidFill>
                  <a:prstClr val="black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3852" name="Line 26"/>
            <p:cNvSpPr>
              <a:spLocks noChangeShapeType="1"/>
            </p:cNvSpPr>
            <p:nvPr/>
          </p:nvSpPr>
          <p:spPr bwMode="auto">
            <a:xfrm>
              <a:off x="4998" y="1354"/>
              <a:ext cx="1" cy="10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kumimoji="1" lang="zh-CN" altLang="en-US">
                <a:solidFill>
                  <a:prstClr val="black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3853" name="Line 27"/>
            <p:cNvSpPr>
              <a:spLocks noChangeShapeType="1"/>
            </p:cNvSpPr>
            <p:nvPr/>
          </p:nvSpPr>
          <p:spPr bwMode="auto">
            <a:xfrm>
              <a:off x="5119" y="1354"/>
              <a:ext cx="1" cy="10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kumimoji="1" lang="zh-CN" altLang="en-US">
                <a:solidFill>
                  <a:prstClr val="black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3854" name="Line 28"/>
            <p:cNvSpPr>
              <a:spLocks noChangeShapeType="1"/>
            </p:cNvSpPr>
            <p:nvPr/>
          </p:nvSpPr>
          <p:spPr bwMode="auto">
            <a:xfrm>
              <a:off x="5240" y="1354"/>
              <a:ext cx="1" cy="10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kumimoji="1" lang="zh-CN" altLang="en-US">
                <a:solidFill>
                  <a:prstClr val="black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3855" name="Line 29"/>
            <p:cNvSpPr>
              <a:spLocks noChangeShapeType="1"/>
            </p:cNvSpPr>
            <p:nvPr/>
          </p:nvSpPr>
          <p:spPr bwMode="auto">
            <a:xfrm>
              <a:off x="5358" y="1354"/>
              <a:ext cx="1" cy="10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kumimoji="1" lang="zh-CN" altLang="en-US">
                <a:solidFill>
                  <a:prstClr val="black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3856" name="Line 30"/>
            <p:cNvSpPr>
              <a:spLocks noChangeShapeType="1"/>
            </p:cNvSpPr>
            <p:nvPr/>
          </p:nvSpPr>
          <p:spPr bwMode="auto">
            <a:xfrm>
              <a:off x="5479" y="1354"/>
              <a:ext cx="1" cy="10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kumimoji="1" lang="zh-CN" altLang="en-US">
                <a:solidFill>
                  <a:prstClr val="black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3857" name="Rectangle 31"/>
            <p:cNvSpPr>
              <a:spLocks noChangeArrowheads="1"/>
            </p:cNvSpPr>
            <p:nvPr/>
          </p:nvSpPr>
          <p:spPr bwMode="auto">
            <a:xfrm>
              <a:off x="4278" y="1354"/>
              <a:ext cx="1201" cy="1012"/>
            </a:xfrm>
            <a:prstGeom prst="rect">
              <a:avLst/>
            </a:prstGeom>
            <a:noFill/>
            <a:ln w="63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ß"/>
                <a:defRPr sz="3200">
                  <a:solidFill>
                    <a:schemeClr val="tx1"/>
                  </a:solidFill>
                  <a:latin typeface="Franklin Gothic Book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Þ"/>
                <a:defRPr sz="2800">
                  <a:solidFill>
                    <a:schemeClr val="tx1"/>
                  </a:solidFill>
                  <a:latin typeface="Franklin Gothic Book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"/>
                <a:defRPr sz="2400">
                  <a:solidFill>
                    <a:schemeClr val="tx1"/>
                  </a:solidFill>
                  <a:latin typeface="Franklin Gothic Book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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kumimoji="1" lang="zh-CN" altLang="en-US" sz="2400">
                <a:solidFill>
                  <a:prstClr val="black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3858" name="Line 32"/>
            <p:cNvSpPr>
              <a:spLocks noChangeShapeType="1"/>
            </p:cNvSpPr>
            <p:nvPr/>
          </p:nvSpPr>
          <p:spPr bwMode="auto">
            <a:xfrm>
              <a:off x="4278" y="1354"/>
              <a:ext cx="1" cy="10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kumimoji="1" lang="zh-CN" altLang="en-US">
                <a:solidFill>
                  <a:prstClr val="black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3859" name="Line 33"/>
            <p:cNvSpPr>
              <a:spLocks noChangeShapeType="1"/>
            </p:cNvSpPr>
            <p:nvPr/>
          </p:nvSpPr>
          <p:spPr bwMode="auto">
            <a:xfrm>
              <a:off x="4266" y="2366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kumimoji="1" lang="zh-CN" altLang="en-US">
                <a:solidFill>
                  <a:prstClr val="black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3860" name="Line 34"/>
            <p:cNvSpPr>
              <a:spLocks noChangeShapeType="1"/>
            </p:cNvSpPr>
            <p:nvPr/>
          </p:nvSpPr>
          <p:spPr bwMode="auto">
            <a:xfrm>
              <a:off x="4266" y="2264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kumimoji="1" lang="zh-CN" altLang="en-US">
                <a:solidFill>
                  <a:prstClr val="black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3861" name="Line 35"/>
            <p:cNvSpPr>
              <a:spLocks noChangeShapeType="1"/>
            </p:cNvSpPr>
            <p:nvPr/>
          </p:nvSpPr>
          <p:spPr bwMode="auto">
            <a:xfrm>
              <a:off x="4266" y="2163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kumimoji="1" lang="zh-CN" altLang="en-US">
                <a:solidFill>
                  <a:prstClr val="black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3862" name="Line 36"/>
            <p:cNvSpPr>
              <a:spLocks noChangeShapeType="1"/>
            </p:cNvSpPr>
            <p:nvPr/>
          </p:nvSpPr>
          <p:spPr bwMode="auto">
            <a:xfrm>
              <a:off x="4266" y="2061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kumimoji="1" lang="zh-CN" altLang="en-US">
                <a:solidFill>
                  <a:prstClr val="black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3863" name="Line 37"/>
            <p:cNvSpPr>
              <a:spLocks noChangeShapeType="1"/>
            </p:cNvSpPr>
            <p:nvPr/>
          </p:nvSpPr>
          <p:spPr bwMode="auto">
            <a:xfrm>
              <a:off x="4266" y="1960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kumimoji="1" lang="zh-CN" altLang="en-US">
                <a:solidFill>
                  <a:prstClr val="black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3864" name="Line 38"/>
            <p:cNvSpPr>
              <a:spLocks noChangeShapeType="1"/>
            </p:cNvSpPr>
            <p:nvPr/>
          </p:nvSpPr>
          <p:spPr bwMode="auto">
            <a:xfrm>
              <a:off x="4266" y="1858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kumimoji="1" lang="zh-CN" altLang="en-US">
                <a:solidFill>
                  <a:prstClr val="black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3865" name="Line 39"/>
            <p:cNvSpPr>
              <a:spLocks noChangeShapeType="1"/>
            </p:cNvSpPr>
            <p:nvPr/>
          </p:nvSpPr>
          <p:spPr bwMode="auto">
            <a:xfrm>
              <a:off x="4266" y="1760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kumimoji="1" lang="zh-CN" altLang="en-US">
                <a:solidFill>
                  <a:prstClr val="black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3866" name="Line 40"/>
            <p:cNvSpPr>
              <a:spLocks noChangeShapeType="1"/>
            </p:cNvSpPr>
            <p:nvPr/>
          </p:nvSpPr>
          <p:spPr bwMode="auto">
            <a:xfrm>
              <a:off x="4266" y="1659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kumimoji="1" lang="zh-CN" altLang="en-US">
                <a:solidFill>
                  <a:prstClr val="black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3867" name="Line 41"/>
            <p:cNvSpPr>
              <a:spLocks noChangeShapeType="1"/>
            </p:cNvSpPr>
            <p:nvPr/>
          </p:nvSpPr>
          <p:spPr bwMode="auto">
            <a:xfrm>
              <a:off x="4266" y="1557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kumimoji="1" lang="zh-CN" altLang="en-US">
                <a:solidFill>
                  <a:prstClr val="black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3868" name="Line 42"/>
            <p:cNvSpPr>
              <a:spLocks noChangeShapeType="1"/>
            </p:cNvSpPr>
            <p:nvPr/>
          </p:nvSpPr>
          <p:spPr bwMode="auto">
            <a:xfrm>
              <a:off x="4266" y="1456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kumimoji="1" lang="zh-CN" altLang="en-US">
                <a:solidFill>
                  <a:prstClr val="black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3869" name="Line 43"/>
            <p:cNvSpPr>
              <a:spLocks noChangeShapeType="1"/>
            </p:cNvSpPr>
            <p:nvPr/>
          </p:nvSpPr>
          <p:spPr bwMode="auto">
            <a:xfrm>
              <a:off x="4266" y="1354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kumimoji="1" lang="zh-CN" altLang="en-US">
                <a:solidFill>
                  <a:prstClr val="black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3870" name="Line 44"/>
            <p:cNvSpPr>
              <a:spLocks noChangeShapeType="1"/>
            </p:cNvSpPr>
            <p:nvPr/>
          </p:nvSpPr>
          <p:spPr bwMode="auto">
            <a:xfrm>
              <a:off x="4278" y="2366"/>
              <a:ext cx="120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kumimoji="1" lang="zh-CN" altLang="en-US">
                <a:solidFill>
                  <a:prstClr val="black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3871" name="Line 45"/>
            <p:cNvSpPr>
              <a:spLocks noChangeShapeType="1"/>
            </p:cNvSpPr>
            <p:nvPr/>
          </p:nvSpPr>
          <p:spPr bwMode="auto">
            <a:xfrm flipV="1">
              <a:off x="4278" y="2366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kumimoji="1" lang="zh-CN" altLang="en-US">
                <a:solidFill>
                  <a:prstClr val="black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3872" name="Line 46"/>
            <p:cNvSpPr>
              <a:spLocks noChangeShapeType="1"/>
            </p:cNvSpPr>
            <p:nvPr/>
          </p:nvSpPr>
          <p:spPr bwMode="auto">
            <a:xfrm flipV="1">
              <a:off x="4399" y="2366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kumimoji="1" lang="zh-CN" altLang="en-US">
                <a:solidFill>
                  <a:prstClr val="black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3873" name="Line 47"/>
            <p:cNvSpPr>
              <a:spLocks noChangeShapeType="1"/>
            </p:cNvSpPr>
            <p:nvPr/>
          </p:nvSpPr>
          <p:spPr bwMode="auto">
            <a:xfrm flipV="1">
              <a:off x="4516" y="2366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kumimoji="1" lang="zh-CN" altLang="en-US">
                <a:solidFill>
                  <a:prstClr val="black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3874" name="Line 48"/>
            <p:cNvSpPr>
              <a:spLocks noChangeShapeType="1"/>
            </p:cNvSpPr>
            <p:nvPr/>
          </p:nvSpPr>
          <p:spPr bwMode="auto">
            <a:xfrm flipV="1">
              <a:off x="4638" y="2366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kumimoji="1" lang="zh-CN" altLang="en-US">
                <a:solidFill>
                  <a:prstClr val="black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3875" name="Line 49"/>
            <p:cNvSpPr>
              <a:spLocks noChangeShapeType="1"/>
            </p:cNvSpPr>
            <p:nvPr/>
          </p:nvSpPr>
          <p:spPr bwMode="auto">
            <a:xfrm flipV="1">
              <a:off x="4759" y="2366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kumimoji="1" lang="zh-CN" altLang="en-US">
                <a:solidFill>
                  <a:prstClr val="black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3876" name="Line 50"/>
            <p:cNvSpPr>
              <a:spLocks noChangeShapeType="1"/>
            </p:cNvSpPr>
            <p:nvPr/>
          </p:nvSpPr>
          <p:spPr bwMode="auto">
            <a:xfrm flipV="1">
              <a:off x="4880" y="2366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kumimoji="1" lang="zh-CN" altLang="en-US">
                <a:solidFill>
                  <a:prstClr val="black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3877" name="Line 51"/>
            <p:cNvSpPr>
              <a:spLocks noChangeShapeType="1"/>
            </p:cNvSpPr>
            <p:nvPr/>
          </p:nvSpPr>
          <p:spPr bwMode="auto">
            <a:xfrm flipV="1">
              <a:off x="4998" y="2366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kumimoji="1" lang="zh-CN" altLang="en-US">
                <a:solidFill>
                  <a:prstClr val="black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3878" name="Line 52"/>
            <p:cNvSpPr>
              <a:spLocks noChangeShapeType="1"/>
            </p:cNvSpPr>
            <p:nvPr/>
          </p:nvSpPr>
          <p:spPr bwMode="auto">
            <a:xfrm flipV="1">
              <a:off x="5119" y="2366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kumimoji="1" lang="zh-CN" altLang="en-US">
                <a:solidFill>
                  <a:prstClr val="black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3879" name="Line 53"/>
            <p:cNvSpPr>
              <a:spLocks noChangeShapeType="1"/>
            </p:cNvSpPr>
            <p:nvPr/>
          </p:nvSpPr>
          <p:spPr bwMode="auto">
            <a:xfrm flipV="1">
              <a:off x="5240" y="2366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kumimoji="1" lang="zh-CN" altLang="en-US">
                <a:solidFill>
                  <a:prstClr val="black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3880" name="Line 54"/>
            <p:cNvSpPr>
              <a:spLocks noChangeShapeType="1"/>
            </p:cNvSpPr>
            <p:nvPr/>
          </p:nvSpPr>
          <p:spPr bwMode="auto">
            <a:xfrm flipV="1">
              <a:off x="5358" y="2366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kumimoji="1" lang="zh-CN" altLang="en-US">
                <a:solidFill>
                  <a:prstClr val="black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3881" name="Line 55"/>
            <p:cNvSpPr>
              <a:spLocks noChangeShapeType="1"/>
            </p:cNvSpPr>
            <p:nvPr/>
          </p:nvSpPr>
          <p:spPr bwMode="auto">
            <a:xfrm flipV="1">
              <a:off x="5479" y="2366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kumimoji="1" lang="zh-CN" altLang="en-US">
                <a:solidFill>
                  <a:prstClr val="black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3882" name="Freeform 56"/>
            <p:cNvSpPr>
              <a:spLocks/>
            </p:cNvSpPr>
            <p:nvPr/>
          </p:nvSpPr>
          <p:spPr bwMode="auto">
            <a:xfrm>
              <a:off x="4609" y="1930"/>
              <a:ext cx="57" cy="59"/>
            </a:xfrm>
            <a:custGeom>
              <a:avLst/>
              <a:gdLst>
                <a:gd name="T0" fmla="*/ 29 w 57"/>
                <a:gd name="T1" fmla="*/ 0 h 59"/>
                <a:gd name="T2" fmla="*/ 57 w 57"/>
                <a:gd name="T3" fmla="*/ 30 h 59"/>
                <a:gd name="T4" fmla="*/ 29 w 57"/>
                <a:gd name="T5" fmla="*/ 59 h 59"/>
                <a:gd name="T6" fmla="*/ 0 w 57"/>
                <a:gd name="T7" fmla="*/ 30 h 59"/>
                <a:gd name="T8" fmla="*/ 29 w 57"/>
                <a:gd name="T9" fmla="*/ 0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7" h="59">
                  <a:moveTo>
                    <a:pt x="29" y="0"/>
                  </a:moveTo>
                  <a:lnTo>
                    <a:pt x="57" y="30"/>
                  </a:lnTo>
                  <a:lnTo>
                    <a:pt x="29" y="59"/>
                  </a:lnTo>
                  <a:lnTo>
                    <a:pt x="0" y="30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00FFFF"/>
            </a:solidFill>
            <a:ln w="6350">
              <a:solidFill>
                <a:srgbClr val="00008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kumimoji="1" lang="zh-CN" altLang="en-US">
                <a:solidFill>
                  <a:prstClr val="black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3883" name="Freeform 57"/>
            <p:cNvSpPr>
              <a:spLocks/>
            </p:cNvSpPr>
            <p:nvPr/>
          </p:nvSpPr>
          <p:spPr bwMode="auto">
            <a:xfrm>
              <a:off x="4609" y="1731"/>
              <a:ext cx="57" cy="59"/>
            </a:xfrm>
            <a:custGeom>
              <a:avLst/>
              <a:gdLst>
                <a:gd name="T0" fmla="*/ 29 w 57"/>
                <a:gd name="T1" fmla="*/ 0 h 59"/>
                <a:gd name="T2" fmla="*/ 57 w 57"/>
                <a:gd name="T3" fmla="*/ 29 h 59"/>
                <a:gd name="T4" fmla="*/ 29 w 57"/>
                <a:gd name="T5" fmla="*/ 59 h 59"/>
                <a:gd name="T6" fmla="*/ 0 w 57"/>
                <a:gd name="T7" fmla="*/ 29 h 59"/>
                <a:gd name="T8" fmla="*/ 29 w 57"/>
                <a:gd name="T9" fmla="*/ 0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7" h="59">
                  <a:moveTo>
                    <a:pt x="29" y="0"/>
                  </a:moveTo>
                  <a:lnTo>
                    <a:pt x="57" y="29"/>
                  </a:lnTo>
                  <a:lnTo>
                    <a:pt x="29" y="59"/>
                  </a:lnTo>
                  <a:lnTo>
                    <a:pt x="0" y="29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00FFFF"/>
            </a:solidFill>
            <a:ln w="6350">
              <a:solidFill>
                <a:srgbClr val="00008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kumimoji="1" lang="zh-CN" altLang="en-US">
                <a:solidFill>
                  <a:prstClr val="black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3884" name="Freeform 58"/>
            <p:cNvSpPr>
              <a:spLocks/>
            </p:cNvSpPr>
            <p:nvPr/>
          </p:nvSpPr>
          <p:spPr bwMode="auto">
            <a:xfrm>
              <a:off x="5091" y="2032"/>
              <a:ext cx="56" cy="59"/>
            </a:xfrm>
            <a:custGeom>
              <a:avLst/>
              <a:gdLst>
                <a:gd name="T0" fmla="*/ 28 w 56"/>
                <a:gd name="T1" fmla="*/ 0 h 59"/>
                <a:gd name="T2" fmla="*/ 56 w 56"/>
                <a:gd name="T3" fmla="*/ 29 h 59"/>
                <a:gd name="T4" fmla="*/ 28 w 56"/>
                <a:gd name="T5" fmla="*/ 59 h 59"/>
                <a:gd name="T6" fmla="*/ 0 w 56"/>
                <a:gd name="T7" fmla="*/ 29 h 59"/>
                <a:gd name="T8" fmla="*/ 28 w 56"/>
                <a:gd name="T9" fmla="*/ 0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" h="59">
                  <a:moveTo>
                    <a:pt x="28" y="0"/>
                  </a:moveTo>
                  <a:lnTo>
                    <a:pt x="56" y="29"/>
                  </a:lnTo>
                  <a:lnTo>
                    <a:pt x="28" y="59"/>
                  </a:lnTo>
                  <a:lnTo>
                    <a:pt x="0" y="29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000080"/>
            </a:solidFill>
            <a:ln w="6350">
              <a:solidFill>
                <a:srgbClr val="00008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kumimoji="1" lang="zh-CN" altLang="en-US">
                <a:solidFill>
                  <a:prstClr val="black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3885" name="Freeform 59"/>
            <p:cNvSpPr>
              <a:spLocks/>
            </p:cNvSpPr>
            <p:nvPr/>
          </p:nvSpPr>
          <p:spPr bwMode="auto">
            <a:xfrm>
              <a:off x="4731" y="1629"/>
              <a:ext cx="56" cy="59"/>
            </a:xfrm>
            <a:custGeom>
              <a:avLst/>
              <a:gdLst>
                <a:gd name="T0" fmla="*/ 28 w 56"/>
                <a:gd name="T1" fmla="*/ 0 h 59"/>
                <a:gd name="T2" fmla="*/ 56 w 56"/>
                <a:gd name="T3" fmla="*/ 30 h 59"/>
                <a:gd name="T4" fmla="*/ 28 w 56"/>
                <a:gd name="T5" fmla="*/ 59 h 59"/>
                <a:gd name="T6" fmla="*/ 0 w 56"/>
                <a:gd name="T7" fmla="*/ 30 h 59"/>
                <a:gd name="T8" fmla="*/ 28 w 56"/>
                <a:gd name="T9" fmla="*/ 0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" h="59">
                  <a:moveTo>
                    <a:pt x="28" y="0"/>
                  </a:moveTo>
                  <a:lnTo>
                    <a:pt x="56" y="30"/>
                  </a:lnTo>
                  <a:lnTo>
                    <a:pt x="28" y="59"/>
                  </a:lnTo>
                  <a:lnTo>
                    <a:pt x="0" y="30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00FFFF"/>
            </a:solidFill>
            <a:ln w="6350">
              <a:solidFill>
                <a:srgbClr val="00008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kumimoji="1" lang="zh-CN" altLang="en-US">
                <a:solidFill>
                  <a:prstClr val="black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3886" name="Freeform 60"/>
            <p:cNvSpPr>
              <a:spLocks/>
            </p:cNvSpPr>
            <p:nvPr/>
          </p:nvSpPr>
          <p:spPr bwMode="auto">
            <a:xfrm>
              <a:off x="4609" y="1528"/>
              <a:ext cx="57" cy="59"/>
            </a:xfrm>
            <a:custGeom>
              <a:avLst/>
              <a:gdLst>
                <a:gd name="T0" fmla="*/ 29 w 57"/>
                <a:gd name="T1" fmla="*/ 0 h 59"/>
                <a:gd name="T2" fmla="*/ 57 w 57"/>
                <a:gd name="T3" fmla="*/ 29 h 59"/>
                <a:gd name="T4" fmla="*/ 29 w 57"/>
                <a:gd name="T5" fmla="*/ 59 h 59"/>
                <a:gd name="T6" fmla="*/ 0 w 57"/>
                <a:gd name="T7" fmla="*/ 29 h 59"/>
                <a:gd name="T8" fmla="*/ 29 w 57"/>
                <a:gd name="T9" fmla="*/ 0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7" h="59">
                  <a:moveTo>
                    <a:pt x="29" y="0"/>
                  </a:moveTo>
                  <a:lnTo>
                    <a:pt x="57" y="29"/>
                  </a:lnTo>
                  <a:lnTo>
                    <a:pt x="29" y="59"/>
                  </a:lnTo>
                  <a:lnTo>
                    <a:pt x="0" y="29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00FFFF"/>
            </a:solidFill>
            <a:ln w="6350">
              <a:solidFill>
                <a:srgbClr val="00008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kumimoji="1" lang="zh-CN" altLang="en-US">
                <a:solidFill>
                  <a:prstClr val="black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3887" name="Freeform 61"/>
            <p:cNvSpPr>
              <a:spLocks/>
            </p:cNvSpPr>
            <p:nvPr/>
          </p:nvSpPr>
          <p:spPr bwMode="auto">
            <a:xfrm>
              <a:off x="5212" y="1832"/>
              <a:ext cx="57" cy="60"/>
            </a:xfrm>
            <a:custGeom>
              <a:avLst/>
              <a:gdLst>
                <a:gd name="T0" fmla="*/ 28 w 57"/>
                <a:gd name="T1" fmla="*/ 0 h 60"/>
                <a:gd name="T2" fmla="*/ 57 w 57"/>
                <a:gd name="T3" fmla="*/ 30 h 60"/>
                <a:gd name="T4" fmla="*/ 28 w 57"/>
                <a:gd name="T5" fmla="*/ 60 h 60"/>
                <a:gd name="T6" fmla="*/ 0 w 57"/>
                <a:gd name="T7" fmla="*/ 30 h 60"/>
                <a:gd name="T8" fmla="*/ 28 w 57"/>
                <a:gd name="T9" fmla="*/ 0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7" h="60">
                  <a:moveTo>
                    <a:pt x="28" y="0"/>
                  </a:moveTo>
                  <a:lnTo>
                    <a:pt x="57" y="30"/>
                  </a:lnTo>
                  <a:lnTo>
                    <a:pt x="28" y="60"/>
                  </a:lnTo>
                  <a:lnTo>
                    <a:pt x="0" y="30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000080"/>
            </a:solidFill>
            <a:ln w="6350">
              <a:solidFill>
                <a:srgbClr val="00008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kumimoji="1" lang="zh-CN" altLang="en-US">
                <a:solidFill>
                  <a:prstClr val="black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3888" name="Freeform 62"/>
            <p:cNvSpPr>
              <a:spLocks/>
            </p:cNvSpPr>
            <p:nvPr/>
          </p:nvSpPr>
          <p:spPr bwMode="auto">
            <a:xfrm>
              <a:off x="4731" y="1832"/>
              <a:ext cx="56" cy="60"/>
            </a:xfrm>
            <a:custGeom>
              <a:avLst/>
              <a:gdLst>
                <a:gd name="T0" fmla="*/ 28 w 56"/>
                <a:gd name="T1" fmla="*/ 0 h 60"/>
                <a:gd name="T2" fmla="*/ 56 w 56"/>
                <a:gd name="T3" fmla="*/ 30 h 60"/>
                <a:gd name="T4" fmla="*/ 28 w 56"/>
                <a:gd name="T5" fmla="*/ 60 h 60"/>
                <a:gd name="T6" fmla="*/ 0 w 56"/>
                <a:gd name="T7" fmla="*/ 30 h 60"/>
                <a:gd name="T8" fmla="*/ 28 w 56"/>
                <a:gd name="T9" fmla="*/ 0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" h="60">
                  <a:moveTo>
                    <a:pt x="28" y="0"/>
                  </a:moveTo>
                  <a:lnTo>
                    <a:pt x="56" y="30"/>
                  </a:lnTo>
                  <a:lnTo>
                    <a:pt x="28" y="60"/>
                  </a:lnTo>
                  <a:lnTo>
                    <a:pt x="0" y="30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00FFFF"/>
            </a:solidFill>
            <a:ln w="6350">
              <a:solidFill>
                <a:srgbClr val="00008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kumimoji="1" lang="zh-CN" altLang="en-US">
                <a:solidFill>
                  <a:prstClr val="black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3889" name="Freeform 63"/>
            <p:cNvSpPr>
              <a:spLocks/>
            </p:cNvSpPr>
            <p:nvPr/>
          </p:nvSpPr>
          <p:spPr bwMode="auto">
            <a:xfrm>
              <a:off x="4852" y="2235"/>
              <a:ext cx="57" cy="59"/>
            </a:xfrm>
            <a:custGeom>
              <a:avLst/>
              <a:gdLst>
                <a:gd name="T0" fmla="*/ 28 w 57"/>
                <a:gd name="T1" fmla="*/ 0 h 59"/>
                <a:gd name="T2" fmla="*/ 57 w 57"/>
                <a:gd name="T3" fmla="*/ 29 h 59"/>
                <a:gd name="T4" fmla="*/ 28 w 57"/>
                <a:gd name="T5" fmla="*/ 59 h 59"/>
                <a:gd name="T6" fmla="*/ 0 w 57"/>
                <a:gd name="T7" fmla="*/ 29 h 59"/>
                <a:gd name="T8" fmla="*/ 28 w 57"/>
                <a:gd name="T9" fmla="*/ 0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7" h="59">
                  <a:moveTo>
                    <a:pt x="28" y="0"/>
                  </a:moveTo>
                  <a:lnTo>
                    <a:pt x="57" y="29"/>
                  </a:lnTo>
                  <a:lnTo>
                    <a:pt x="28" y="59"/>
                  </a:lnTo>
                  <a:lnTo>
                    <a:pt x="0" y="29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00FFFF"/>
            </a:solidFill>
            <a:ln w="6350">
              <a:solidFill>
                <a:srgbClr val="00008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kumimoji="1" lang="zh-CN" altLang="en-US">
                <a:solidFill>
                  <a:prstClr val="black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3890" name="Freeform 64"/>
            <p:cNvSpPr>
              <a:spLocks/>
            </p:cNvSpPr>
            <p:nvPr/>
          </p:nvSpPr>
          <p:spPr bwMode="auto">
            <a:xfrm>
              <a:off x="5091" y="1930"/>
              <a:ext cx="56" cy="59"/>
            </a:xfrm>
            <a:custGeom>
              <a:avLst/>
              <a:gdLst>
                <a:gd name="T0" fmla="*/ 28 w 56"/>
                <a:gd name="T1" fmla="*/ 0 h 59"/>
                <a:gd name="T2" fmla="*/ 56 w 56"/>
                <a:gd name="T3" fmla="*/ 30 h 59"/>
                <a:gd name="T4" fmla="*/ 28 w 56"/>
                <a:gd name="T5" fmla="*/ 59 h 59"/>
                <a:gd name="T6" fmla="*/ 0 w 56"/>
                <a:gd name="T7" fmla="*/ 30 h 59"/>
                <a:gd name="T8" fmla="*/ 28 w 56"/>
                <a:gd name="T9" fmla="*/ 0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" h="59">
                  <a:moveTo>
                    <a:pt x="28" y="0"/>
                  </a:moveTo>
                  <a:lnTo>
                    <a:pt x="56" y="30"/>
                  </a:lnTo>
                  <a:lnTo>
                    <a:pt x="28" y="59"/>
                  </a:lnTo>
                  <a:lnTo>
                    <a:pt x="0" y="30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000080"/>
            </a:solidFill>
            <a:ln w="6350">
              <a:solidFill>
                <a:srgbClr val="00008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kumimoji="1" lang="zh-CN" altLang="en-US">
                <a:solidFill>
                  <a:prstClr val="black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3891" name="Freeform 65"/>
            <p:cNvSpPr>
              <a:spLocks/>
            </p:cNvSpPr>
            <p:nvPr/>
          </p:nvSpPr>
          <p:spPr bwMode="auto">
            <a:xfrm>
              <a:off x="4852" y="1832"/>
              <a:ext cx="57" cy="60"/>
            </a:xfrm>
            <a:custGeom>
              <a:avLst/>
              <a:gdLst>
                <a:gd name="T0" fmla="*/ 28 w 57"/>
                <a:gd name="T1" fmla="*/ 0 h 60"/>
                <a:gd name="T2" fmla="*/ 57 w 57"/>
                <a:gd name="T3" fmla="*/ 30 h 60"/>
                <a:gd name="T4" fmla="*/ 28 w 57"/>
                <a:gd name="T5" fmla="*/ 60 h 60"/>
                <a:gd name="T6" fmla="*/ 0 w 57"/>
                <a:gd name="T7" fmla="*/ 30 h 60"/>
                <a:gd name="T8" fmla="*/ 28 w 57"/>
                <a:gd name="T9" fmla="*/ 0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7" h="60">
                  <a:moveTo>
                    <a:pt x="28" y="0"/>
                  </a:moveTo>
                  <a:lnTo>
                    <a:pt x="57" y="30"/>
                  </a:lnTo>
                  <a:lnTo>
                    <a:pt x="28" y="60"/>
                  </a:lnTo>
                  <a:lnTo>
                    <a:pt x="0" y="30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000080"/>
            </a:solidFill>
            <a:ln w="6350">
              <a:solidFill>
                <a:srgbClr val="00008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kumimoji="1" lang="zh-CN" altLang="en-US">
                <a:solidFill>
                  <a:prstClr val="black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3892" name="Oval 66"/>
            <p:cNvSpPr>
              <a:spLocks noChangeArrowheads="1"/>
            </p:cNvSpPr>
            <p:nvPr/>
          </p:nvSpPr>
          <p:spPr bwMode="auto">
            <a:xfrm>
              <a:off x="4686" y="1811"/>
              <a:ext cx="53" cy="55"/>
            </a:xfrm>
            <a:prstGeom prst="ellipse">
              <a:avLst/>
            </a:prstGeom>
            <a:solidFill>
              <a:srgbClr val="FF0000"/>
            </a:solidFill>
            <a:ln w="63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ß"/>
                <a:defRPr sz="3200">
                  <a:solidFill>
                    <a:schemeClr val="tx1"/>
                  </a:solidFill>
                  <a:latin typeface="Franklin Gothic Book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Þ"/>
                <a:defRPr sz="2800">
                  <a:solidFill>
                    <a:schemeClr val="tx1"/>
                  </a:solidFill>
                  <a:latin typeface="Franklin Gothic Book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"/>
                <a:defRPr sz="2400">
                  <a:solidFill>
                    <a:schemeClr val="tx1"/>
                  </a:solidFill>
                  <a:latin typeface="Franklin Gothic Book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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kumimoji="1" lang="zh-CN" altLang="en-US" sz="2400">
                <a:solidFill>
                  <a:prstClr val="black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3893" name="Oval 67"/>
            <p:cNvSpPr>
              <a:spLocks noChangeArrowheads="1"/>
            </p:cNvSpPr>
            <p:nvPr/>
          </p:nvSpPr>
          <p:spPr bwMode="auto">
            <a:xfrm>
              <a:off x="5054" y="1900"/>
              <a:ext cx="53" cy="55"/>
            </a:xfrm>
            <a:prstGeom prst="ellipse">
              <a:avLst/>
            </a:prstGeom>
            <a:solidFill>
              <a:srgbClr val="FF0000"/>
            </a:solidFill>
            <a:ln w="63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ß"/>
                <a:defRPr sz="3200">
                  <a:solidFill>
                    <a:schemeClr val="tx1"/>
                  </a:solidFill>
                  <a:latin typeface="Franklin Gothic Book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Þ"/>
                <a:defRPr sz="2800">
                  <a:solidFill>
                    <a:schemeClr val="tx1"/>
                  </a:solidFill>
                  <a:latin typeface="Franklin Gothic Book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"/>
                <a:defRPr sz="2400">
                  <a:solidFill>
                    <a:schemeClr val="tx1"/>
                  </a:solidFill>
                  <a:latin typeface="Franklin Gothic Book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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kumimoji="1" lang="zh-CN" altLang="en-US" sz="2400">
                <a:solidFill>
                  <a:prstClr val="black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3894" name="Rectangle 68"/>
            <p:cNvSpPr>
              <a:spLocks noChangeArrowheads="1"/>
            </p:cNvSpPr>
            <p:nvPr/>
          </p:nvSpPr>
          <p:spPr bwMode="auto">
            <a:xfrm>
              <a:off x="4221" y="2336"/>
              <a:ext cx="27" cy="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ß"/>
                <a:defRPr sz="3200">
                  <a:solidFill>
                    <a:schemeClr val="tx1"/>
                  </a:solidFill>
                  <a:latin typeface="Franklin Gothic Book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Þ"/>
                <a:defRPr sz="2800">
                  <a:solidFill>
                    <a:schemeClr val="tx1"/>
                  </a:solidFill>
                  <a:latin typeface="Franklin Gothic Book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"/>
                <a:defRPr sz="2400">
                  <a:solidFill>
                    <a:schemeClr val="tx1"/>
                  </a:solidFill>
                  <a:latin typeface="Franklin Gothic Book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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ko-KR" altLang="en-US" sz="600">
                  <a:solidFill>
                    <a:srgbClr val="000000"/>
                  </a:solidFill>
                  <a:latin typeface="Arial" pitchFamily="34" charset="0"/>
                  <a:ea typeface="Gulim" pitchFamily="34" charset="-127"/>
                </a:rPr>
                <a:t>0</a:t>
              </a:r>
              <a:endParaRPr lang="ko-KR" altLang="en-US" sz="2400">
                <a:solidFill>
                  <a:prstClr val="black"/>
                </a:solidFill>
                <a:latin typeface="Tahoma" pitchFamily="34" charset="0"/>
                <a:ea typeface="Gulim" pitchFamily="34" charset="-127"/>
              </a:endParaRPr>
            </a:p>
          </p:txBody>
        </p:sp>
        <p:sp>
          <p:nvSpPr>
            <p:cNvPr id="73895" name="Rectangle 69"/>
            <p:cNvSpPr>
              <a:spLocks noChangeArrowheads="1"/>
            </p:cNvSpPr>
            <p:nvPr/>
          </p:nvSpPr>
          <p:spPr bwMode="auto">
            <a:xfrm>
              <a:off x="4221" y="2235"/>
              <a:ext cx="27" cy="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ß"/>
                <a:defRPr sz="3200">
                  <a:solidFill>
                    <a:schemeClr val="tx1"/>
                  </a:solidFill>
                  <a:latin typeface="Franklin Gothic Book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Þ"/>
                <a:defRPr sz="2800">
                  <a:solidFill>
                    <a:schemeClr val="tx1"/>
                  </a:solidFill>
                  <a:latin typeface="Franklin Gothic Book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"/>
                <a:defRPr sz="2400">
                  <a:solidFill>
                    <a:schemeClr val="tx1"/>
                  </a:solidFill>
                  <a:latin typeface="Franklin Gothic Book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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ko-KR" altLang="en-US" sz="600">
                  <a:solidFill>
                    <a:srgbClr val="000000"/>
                  </a:solidFill>
                  <a:latin typeface="Arial" pitchFamily="34" charset="0"/>
                  <a:ea typeface="Gulim" pitchFamily="34" charset="-127"/>
                </a:rPr>
                <a:t>1</a:t>
              </a:r>
              <a:endParaRPr lang="ko-KR" altLang="en-US" sz="2400">
                <a:solidFill>
                  <a:prstClr val="black"/>
                </a:solidFill>
                <a:latin typeface="Tahoma" pitchFamily="34" charset="0"/>
                <a:ea typeface="Gulim" pitchFamily="34" charset="-127"/>
              </a:endParaRPr>
            </a:p>
          </p:txBody>
        </p:sp>
        <p:sp>
          <p:nvSpPr>
            <p:cNvPr id="73896" name="Rectangle 70"/>
            <p:cNvSpPr>
              <a:spLocks noChangeArrowheads="1"/>
            </p:cNvSpPr>
            <p:nvPr/>
          </p:nvSpPr>
          <p:spPr bwMode="auto">
            <a:xfrm>
              <a:off x="4221" y="2133"/>
              <a:ext cx="27" cy="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ß"/>
                <a:defRPr sz="3200">
                  <a:solidFill>
                    <a:schemeClr val="tx1"/>
                  </a:solidFill>
                  <a:latin typeface="Franklin Gothic Book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Þ"/>
                <a:defRPr sz="2800">
                  <a:solidFill>
                    <a:schemeClr val="tx1"/>
                  </a:solidFill>
                  <a:latin typeface="Franklin Gothic Book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"/>
                <a:defRPr sz="2400">
                  <a:solidFill>
                    <a:schemeClr val="tx1"/>
                  </a:solidFill>
                  <a:latin typeface="Franklin Gothic Book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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ko-KR" altLang="en-US" sz="600">
                  <a:solidFill>
                    <a:srgbClr val="000000"/>
                  </a:solidFill>
                  <a:latin typeface="Arial" pitchFamily="34" charset="0"/>
                  <a:ea typeface="Gulim" pitchFamily="34" charset="-127"/>
                </a:rPr>
                <a:t>2</a:t>
              </a:r>
              <a:endParaRPr lang="ko-KR" altLang="en-US" sz="2400">
                <a:solidFill>
                  <a:prstClr val="black"/>
                </a:solidFill>
                <a:latin typeface="Tahoma" pitchFamily="34" charset="0"/>
                <a:ea typeface="Gulim" pitchFamily="34" charset="-127"/>
              </a:endParaRPr>
            </a:p>
          </p:txBody>
        </p:sp>
        <p:sp>
          <p:nvSpPr>
            <p:cNvPr id="73897" name="Rectangle 71"/>
            <p:cNvSpPr>
              <a:spLocks noChangeArrowheads="1"/>
            </p:cNvSpPr>
            <p:nvPr/>
          </p:nvSpPr>
          <p:spPr bwMode="auto">
            <a:xfrm>
              <a:off x="4221" y="2032"/>
              <a:ext cx="27" cy="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ß"/>
                <a:defRPr sz="3200">
                  <a:solidFill>
                    <a:schemeClr val="tx1"/>
                  </a:solidFill>
                  <a:latin typeface="Franklin Gothic Book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Þ"/>
                <a:defRPr sz="2800">
                  <a:solidFill>
                    <a:schemeClr val="tx1"/>
                  </a:solidFill>
                  <a:latin typeface="Franklin Gothic Book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"/>
                <a:defRPr sz="2400">
                  <a:solidFill>
                    <a:schemeClr val="tx1"/>
                  </a:solidFill>
                  <a:latin typeface="Franklin Gothic Book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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ko-KR" altLang="en-US" sz="600">
                  <a:solidFill>
                    <a:srgbClr val="000000"/>
                  </a:solidFill>
                  <a:latin typeface="Arial" pitchFamily="34" charset="0"/>
                  <a:ea typeface="Gulim" pitchFamily="34" charset="-127"/>
                </a:rPr>
                <a:t>3</a:t>
              </a:r>
              <a:endParaRPr lang="ko-KR" altLang="en-US" sz="2400">
                <a:solidFill>
                  <a:prstClr val="black"/>
                </a:solidFill>
                <a:latin typeface="Tahoma" pitchFamily="34" charset="0"/>
                <a:ea typeface="Gulim" pitchFamily="34" charset="-127"/>
              </a:endParaRPr>
            </a:p>
          </p:txBody>
        </p:sp>
        <p:sp>
          <p:nvSpPr>
            <p:cNvPr id="73898" name="Rectangle 72"/>
            <p:cNvSpPr>
              <a:spLocks noChangeArrowheads="1"/>
            </p:cNvSpPr>
            <p:nvPr/>
          </p:nvSpPr>
          <p:spPr bwMode="auto">
            <a:xfrm>
              <a:off x="4221" y="1930"/>
              <a:ext cx="27" cy="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ß"/>
                <a:defRPr sz="3200">
                  <a:solidFill>
                    <a:schemeClr val="tx1"/>
                  </a:solidFill>
                  <a:latin typeface="Franklin Gothic Book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Þ"/>
                <a:defRPr sz="2800">
                  <a:solidFill>
                    <a:schemeClr val="tx1"/>
                  </a:solidFill>
                  <a:latin typeface="Franklin Gothic Book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"/>
                <a:defRPr sz="2400">
                  <a:solidFill>
                    <a:schemeClr val="tx1"/>
                  </a:solidFill>
                  <a:latin typeface="Franklin Gothic Book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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ko-KR" altLang="en-US" sz="600">
                  <a:solidFill>
                    <a:srgbClr val="000000"/>
                  </a:solidFill>
                  <a:latin typeface="Arial" pitchFamily="34" charset="0"/>
                  <a:ea typeface="Gulim" pitchFamily="34" charset="-127"/>
                </a:rPr>
                <a:t>4</a:t>
              </a:r>
              <a:endParaRPr lang="ko-KR" altLang="en-US" sz="2400">
                <a:solidFill>
                  <a:prstClr val="black"/>
                </a:solidFill>
                <a:latin typeface="Tahoma" pitchFamily="34" charset="0"/>
                <a:ea typeface="Gulim" pitchFamily="34" charset="-127"/>
              </a:endParaRPr>
            </a:p>
          </p:txBody>
        </p:sp>
        <p:sp>
          <p:nvSpPr>
            <p:cNvPr id="73899" name="Rectangle 73"/>
            <p:cNvSpPr>
              <a:spLocks noChangeArrowheads="1"/>
            </p:cNvSpPr>
            <p:nvPr/>
          </p:nvSpPr>
          <p:spPr bwMode="auto">
            <a:xfrm>
              <a:off x="4221" y="1828"/>
              <a:ext cx="27" cy="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ß"/>
                <a:defRPr sz="3200">
                  <a:solidFill>
                    <a:schemeClr val="tx1"/>
                  </a:solidFill>
                  <a:latin typeface="Franklin Gothic Book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Þ"/>
                <a:defRPr sz="2800">
                  <a:solidFill>
                    <a:schemeClr val="tx1"/>
                  </a:solidFill>
                  <a:latin typeface="Franklin Gothic Book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"/>
                <a:defRPr sz="2400">
                  <a:solidFill>
                    <a:schemeClr val="tx1"/>
                  </a:solidFill>
                  <a:latin typeface="Franklin Gothic Book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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ko-KR" altLang="en-US" sz="600">
                  <a:solidFill>
                    <a:srgbClr val="000000"/>
                  </a:solidFill>
                  <a:latin typeface="Arial" pitchFamily="34" charset="0"/>
                  <a:ea typeface="Gulim" pitchFamily="34" charset="-127"/>
                </a:rPr>
                <a:t>5</a:t>
              </a:r>
              <a:endParaRPr lang="ko-KR" altLang="en-US" sz="2400">
                <a:solidFill>
                  <a:prstClr val="black"/>
                </a:solidFill>
                <a:latin typeface="Tahoma" pitchFamily="34" charset="0"/>
                <a:ea typeface="Gulim" pitchFamily="34" charset="-127"/>
              </a:endParaRPr>
            </a:p>
          </p:txBody>
        </p:sp>
        <p:sp>
          <p:nvSpPr>
            <p:cNvPr id="73900" name="Rectangle 74"/>
            <p:cNvSpPr>
              <a:spLocks noChangeArrowheads="1"/>
            </p:cNvSpPr>
            <p:nvPr/>
          </p:nvSpPr>
          <p:spPr bwMode="auto">
            <a:xfrm>
              <a:off x="4221" y="1731"/>
              <a:ext cx="27" cy="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ß"/>
                <a:defRPr sz="3200">
                  <a:solidFill>
                    <a:schemeClr val="tx1"/>
                  </a:solidFill>
                  <a:latin typeface="Franklin Gothic Book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Þ"/>
                <a:defRPr sz="2800">
                  <a:solidFill>
                    <a:schemeClr val="tx1"/>
                  </a:solidFill>
                  <a:latin typeface="Franklin Gothic Book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"/>
                <a:defRPr sz="2400">
                  <a:solidFill>
                    <a:schemeClr val="tx1"/>
                  </a:solidFill>
                  <a:latin typeface="Franklin Gothic Book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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ko-KR" altLang="en-US" sz="600">
                  <a:solidFill>
                    <a:srgbClr val="000000"/>
                  </a:solidFill>
                  <a:latin typeface="Arial" pitchFamily="34" charset="0"/>
                  <a:ea typeface="Gulim" pitchFamily="34" charset="-127"/>
                </a:rPr>
                <a:t>6</a:t>
              </a:r>
              <a:endParaRPr lang="ko-KR" altLang="en-US" sz="2400">
                <a:solidFill>
                  <a:prstClr val="black"/>
                </a:solidFill>
                <a:latin typeface="Tahoma" pitchFamily="34" charset="0"/>
                <a:ea typeface="Gulim" pitchFamily="34" charset="-127"/>
              </a:endParaRPr>
            </a:p>
          </p:txBody>
        </p:sp>
        <p:sp>
          <p:nvSpPr>
            <p:cNvPr id="73901" name="Rectangle 75"/>
            <p:cNvSpPr>
              <a:spLocks noChangeArrowheads="1"/>
            </p:cNvSpPr>
            <p:nvPr/>
          </p:nvSpPr>
          <p:spPr bwMode="auto">
            <a:xfrm>
              <a:off x="4221" y="1629"/>
              <a:ext cx="27" cy="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ß"/>
                <a:defRPr sz="3200">
                  <a:solidFill>
                    <a:schemeClr val="tx1"/>
                  </a:solidFill>
                  <a:latin typeface="Franklin Gothic Book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Þ"/>
                <a:defRPr sz="2800">
                  <a:solidFill>
                    <a:schemeClr val="tx1"/>
                  </a:solidFill>
                  <a:latin typeface="Franklin Gothic Book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"/>
                <a:defRPr sz="2400">
                  <a:solidFill>
                    <a:schemeClr val="tx1"/>
                  </a:solidFill>
                  <a:latin typeface="Franklin Gothic Book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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ko-KR" altLang="en-US" sz="600">
                  <a:solidFill>
                    <a:srgbClr val="000000"/>
                  </a:solidFill>
                  <a:latin typeface="Arial" pitchFamily="34" charset="0"/>
                  <a:ea typeface="Gulim" pitchFamily="34" charset="-127"/>
                </a:rPr>
                <a:t>7</a:t>
              </a:r>
              <a:endParaRPr lang="ko-KR" altLang="en-US" sz="2400">
                <a:solidFill>
                  <a:prstClr val="black"/>
                </a:solidFill>
                <a:latin typeface="Tahoma" pitchFamily="34" charset="0"/>
                <a:ea typeface="Gulim" pitchFamily="34" charset="-127"/>
              </a:endParaRPr>
            </a:p>
          </p:txBody>
        </p:sp>
        <p:sp>
          <p:nvSpPr>
            <p:cNvPr id="73902" name="Rectangle 76"/>
            <p:cNvSpPr>
              <a:spLocks noChangeArrowheads="1"/>
            </p:cNvSpPr>
            <p:nvPr/>
          </p:nvSpPr>
          <p:spPr bwMode="auto">
            <a:xfrm>
              <a:off x="4221" y="1528"/>
              <a:ext cx="27" cy="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ß"/>
                <a:defRPr sz="3200">
                  <a:solidFill>
                    <a:schemeClr val="tx1"/>
                  </a:solidFill>
                  <a:latin typeface="Franklin Gothic Book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Þ"/>
                <a:defRPr sz="2800">
                  <a:solidFill>
                    <a:schemeClr val="tx1"/>
                  </a:solidFill>
                  <a:latin typeface="Franklin Gothic Book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"/>
                <a:defRPr sz="2400">
                  <a:solidFill>
                    <a:schemeClr val="tx1"/>
                  </a:solidFill>
                  <a:latin typeface="Franklin Gothic Book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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ko-KR" altLang="en-US" sz="600">
                  <a:solidFill>
                    <a:srgbClr val="000000"/>
                  </a:solidFill>
                  <a:latin typeface="Arial" pitchFamily="34" charset="0"/>
                  <a:ea typeface="Gulim" pitchFamily="34" charset="-127"/>
                </a:rPr>
                <a:t>8</a:t>
              </a:r>
              <a:endParaRPr lang="ko-KR" altLang="en-US" sz="2400">
                <a:solidFill>
                  <a:prstClr val="black"/>
                </a:solidFill>
                <a:latin typeface="Tahoma" pitchFamily="34" charset="0"/>
                <a:ea typeface="Gulim" pitchFamily="34" charset="-127"/>
              </a:endParaRPr>
            </a:p>
          </p:txBody>
        </p:sp>
        <p:sp>
          <p:nvSpPr>
            <p:cNvPr id="73903" name="Rectangle 77"/>
            <p:cNvSpPr>
              <a:spLocks noChangeArrowheads="1"/>
            </p:cNvSpPr>
            <p:nvPr/>
          </p:nvSpPr>
          <p:spPr bwMode="auto">
            <a:xfrm>
              <a:off x="4221" y="1426"/>
              <a:ext cx="27" cy="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ß"/>
                <a:defRPr sz="3200">
                  <a:solidFill>
                    <a:schemeClr val="tx1"/>
                  </a:solidFill>
                  <a:latin typeface="Franklin Gothic Book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Þ"/>
                <a:defRPr sz="2800">
                  <a:solidFill>
                    <a:schemeClr val="tx1"/>
                  </a:solidFill>
                  <a:latin typeface="Franklin Gothic Book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"/>
                <a:defRPr sz="2400">
                  <a:solidFill>
                    <a:schemeClr val="tx1"/>
                  </a:solidFill>
                  <a:latin typeface="Franklin Gothic Book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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ko-KR" altLang="en-US" sz="600">
                  <a:solidFill>
                    <a:srgbClr val="000000"/>
                  </a:solidFill>
                  <a:latin typeface="Arial" pitchFamily="34" charset="0"/>
                  <a:ea typeface="Gulim" pitchFamily="34" charset="-127"/>
                </a:rPr>
                <a:t>9</a:t>
              </a:r>
              <a:endParaRPr lang="ko-KR" altLang="en-US" sz="2400">
                <a:solidFill>
                  <a:prstClr val="black"/>
                </a:solidFill>
                <a:latin typeface="Tahoma" pitchFamily="34" charset="0"/>
                <a:ea typeface="Gulim" pitchFamily="34" charset="-127"/>
              </a:endParaRPr>
            </a:p>
          </p:txBody>
        </p:sp>
        <p:sp>
          <p:nvSpPr>
            <p:cNvPr id="73904" name="Rectangle 78"/>
            <p:cNvSpPr>
              <a:spLocks noChangeArrowheads="1"/>
            </p:cNvSpPr>
            <p:nvPr/>
          </p:nvSpPr>
          <p:spPr bwMode="auto">
            <a:xfrm>
              <a:off x="4197" y="1324"/>
              <a:ext cx="55" cy="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ß"/>
                <a:defRPr sz="3200">
                  <a:solidFill>
                    <a:schemeClr val="tx1"/>
                  </a:solidFill>
                  <a:latin typeface="Franklin Gothic Book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Þ"/>
                <a:defRPr sz="2800">
                  <a:solidFill>
                    <a:schemeClr val="tx1"/>
                  </a:solidFill>
                  <a:latin typeface="Franklin Gothic Book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"/>
                <a:defRPr sz="2400">
                  <a:solidFill>
                    <a:schemeClr val="tx1"/>
                  </a:solidFill>
                  <a:latin typeface="Franklin Gothic Book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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ko-KR" altLang="en-US" sz="600">
                  <a:solidFill>
                    <a:srgbClr val="000000"/>
                  </a:solidFill>
                  <a:latin typeface="Arial" pitchFamily="34" charset="0"/>
                  <a:ea typeface="Gulim" pitchFamily="34" charset="-127"/>
                </a:rPr>
                <a:t>10</a:t>
              </a:r>
              <a:endParaRPr lang="ko-KR" altLang="en-US" sz="2400">
                <a:solidFill>
                  <a:prstClr val="black"/>
                </a:solidFill>
                <a:latin typeface="Tahoma" pitchFamily="34" charset="0"/>
                <a:ea typeface="Gulim" pitchFamily="34" charset="-127"/>
              </a:endParaRPr>
            </a:p>
          </p:txBody>
        </p:sp>
        <p:sp>
          <p:nvSpPr>
            <p:cNvPr id="73905" name="Rectangle 79"/>
            <p:cNvSpPr>
              <a:spLocks noChangeArrowheads="1"/>
            </p:cNvSpPr>
            <p:nvPr/>
          </p:nvSpPr>
          <p:spPr bwMode="auto">
            <a:xfrm>
              <a:off x="4266" y="2404"/>
              <a:ext cx="27" cy="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ß"/>
                <a:defRPr sz="3200">
                  <a:solidFill>
                    <a:schemeClr val="tx1"/>
                  </a:solidFill>
                  <a:latin typeface="Franklin Gothic Book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Þ"/>
                <a:defRPr sz="2800">
                  <a:solidFill>
                    <a:schemeClr val="tx1"/>
                  </a:solidFill>
                  <a:latin typeface="Franklin Gothic Book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"/>
                <a:defRPr sz="2400">
                  <a:solidFill>
                    <a:schemeClr val="tx1"/>
                  </a:solidFill>
                  <a:latin typeface="Franklin Gothic Book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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ko-KR" altLang="en-US" sz="600">
                  <a:solidFill>
                    <a:srgbClr val="000000"/>
                  </a:solidFill>
                  <a:latin typeface="Arial" pitchFamily="34" charset="0"/>
                  <a:ea typeface="Gulim" pitchFamily="34" charset="-127"/>
                </a:rPr>
                <a:t>0</a:t>
              </a:r>
              <a:endParaRPr lang="ko-KR" altLang="en-US" sz="2400">
                <a:solidFill>
                  <a:prstClr val="black"/>
                </a:solidFill>
                <a:latin typeface="Tahoma" pitchFamily="34" charset="0"/>
                <a:ea typeface="Gulim" pitchFamily="34" charset="-127"/>
              </a:endParaRPr>
            </a:p>
          </p:txBody>
        </p:sp>
        <p:sp>
          <p:nvSpPr>
            <p:cNvPr id="73906" name="Rectangle 80"/>
            <p:cNvSpPr>
              <a:spLocks noChangeArrowheads="1"/>
            </p:cNvSpPr>
            <p:nvPr/>
          </p:nvSpPr>
          <p:spPr bwMode="auto">
            <a:xfrm>
              <a:off x="4387" y="2404"/>
              <a:ext cx="27" cy="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ß"/>
                <a:defRPr sz="3200">
                  <a:solidFill>
                    <a:schemeClr val="tx1"/>
                  </a:solidFill>
                  <a:latin typeface="Franklin Gothic Book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Þ"/>
                <a:defRPr sz="2800">
                  <a:solidFill>
                    <a:schemeClr val="tx1"/>
                  </a:solidFill>
                  <a:latin typeface="Franklin Gothic Book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"/>
                <a:defRPr sz="2400">
                  <a:solidFill>
                    <a:schemeClr val="tx1"/>
                  </a:solidFill>
                  <a:latin typeface="Franklin Gothic Book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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ko-KR" altLang="en-US" sz="600">
                  <a:solidFill>
                    <a:srgbClr val="000000"/>
                  </a:solidFill>
                  <a:latin typeface="Arial" pitchFamily="34" charset="0"/>
                  <a:ea typeface="Gulim" pitchFamily="34" charset="-127"/>
                </a:rPr>
                <a:t>1</a:t>
              </a:r>
              <a:endParaRPr lang="ko-KR" altLang="en-US" sz="2400">
                <a:solidFill>
                  <a:prstClr val="black"/>
                </a:solidFill>
                <a:latin typeface="Tahoma" pitchFamily="34" charset="0"/>
                <a:ea typeface="Gulim" pitchFamily="34" charset="-127"/>
              </a:endParaRPr>
            </a:p>
          </p:txBody>
        </p:sp>
        <p:sp>
          <p:nvSpPr>
            <p:cNvPr id="73907" name="Rectangle 81"/>
            <p:cNvSpPr>
              <a:spLocks noChangeArrowheads="1"/>
            </p:cNvSpPr>
            <p:nvPr/>
          </p:nvSpPr>
          <p:spPr bwMode="auto">
            <a:xfrm>
              <a:off x="4504" y="2404"/>
              <a:ext cx="27" cy="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ß"/>
                <a:defRPr sz="3200">
                  <a:solidFill>
                    <a:schemeClr val="tx1"/>
                  </a:solidFill>
                  <a:latin typeface="Franklin Gothic Book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Þ"/>
                <a:defRPr sz="2800">
                  <a:solidFill>
                    <a:schemeClr val="tx1"/>
                  </a:solidFill>
                  <a:latin typeface="Franklin Gothic Book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"/>
                <a:defRPr sz="2400">
                  <a:solidFill>
                    <a:schemeClr val="tx1"/>
                  </a:solidFill>
                  <a:latin typeface="Franklin Gothic Book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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ko-KR" altLang="en-US" sz="600">
                  <a:solidFill>
                    <a:srgbClr val="000000"/>
                  </a:solidFill>
                  <a:latin typeface="Arial" pitchFamily="34" charset="0"/>
                  <a:ea typeface="Gulim" pitchFamily="34" charset="-127"/>
                </a:rPr>
                <a:t>2</a:t>
              </a:r>
              <a:endParaRPr lang="ko-KR" altLang="en-US" sz="2400">
                <a:solidFill>
                  <a:prstClr val="black"/>
                </a:solidFill>
                <a:latin typeface="Tahoma" pitchFamily="34" charset="0"/>
                <a:ea typeface="Gulim" pitchFamily="34" charset="-127"/>
              </a:endParaRPr>
            </a:p>
          </p:txBody>
        </p:sp>
        <p:sp>
          <p:nvSpPr>
            <p:cNvPr id="73908" name="Rectangle 82"/>
            <p:cNvSpPr>
              <a:spLocks noChangeArrowheads="1"/>
            </p:cNvSpPr>
            <p:nvPr/>
          </p:nvSpPr>
          <p:spPr bwMode="auto">
            <a:xfrm>
              <a:off x="4626" y="2404"/>
              <a:ext cx="27" cy="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ß"/>
                <a:defRPr sz="3200">
                  <a:solidFill>
                    <a:schemeClr val="tx1"/>
                  </a:solidFill>
                  <a:latin typeface="Franklin Gothic Book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Þ"/>
                <a:defRPr sz="2800">
                  <a:solidFill>
                    <a:schemeClr val="tx1"/>
                  </a:solidFill>
                  <a:latin typeface="Franklin Gothic Book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"/>
                <a:defRPr sz="2400">
                  <a:solidFill>
                    <a:schemeClr val="tx1"/>
                  </a:solidFill>
                  <a:latin typeface="Franklin Gothic Book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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ko-KR" altLang="en-US" sz="600">
                  <a:solidFill>
                    <a:srgbClr val="000000"/>
                  </a:solidFill>
                  <a:latin typeface="Arial" pitchFamily="34" charset="0"/>
                  <a:ea typeface="Gulim" pitchFamily="34" charset="-127"/>
                </a:rPr>
                <a:t>3</a:t>
              </a:r>
              <a:endParaRPr lang="ko-KR" altLang="en-US" sz="2400">
                <a:solidFill>
                  <a:prstClr val="black"/>
                </a:solidFill>
                <a:latin typeface="Tahoma" pitchFamily="34" charset="0"/>
                <a:ea typeface="Gulim" pitchFamily="34" charset="-127"/>
              </a:endParaRPr>
            </a:p>
          </p:txBody>
        </p:sp>
        <p:sp>
          <p:nvSpPr>
            <p:cNvPr id="73909" name="Rectangle 83"/>
            <p:cNvSpPr>
              <a:spLocks noChangeArrowheads="1"/>
            </p:cNvSpPr>
            <p:nvPr/>
          </p:nvSpPr>
          <p:spPr bwMode="auto">
            <a:xfrm>
              <a:off x="4747" y="2404"/>
              <a:ext cx="27" cy="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ß"/>
                <a:defRPr sz="3200">
                  <a:solidFill>
                    <a:schemeClr val="tx1"/>
                  </a:solidFill>
                  <a:latin typeface="Franklin Gothic Book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Þ"/>
                <a:defRPr sz="2800">
                  <a:solidFill>
                    <a:schemeClr val="tx1"/>
                  </a:solidFill>
                  <a:latin typeface="Franklin Gothic Book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"/>
                <a:defRPr sz="2400">
                  <a:solidFill>
                    <a:schemeClr val="tx1"/>
                  </a:solidFill>
                  <a:latin typeface="Franklin Gothic Book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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ko-KR" altLang="en-US" sz="600">
                  <a:solidFill>
                    <a:srgbClr val="000000"/>
                  </a:solidFill>
                  <a:latin typeface="Arial" pitchFamily="34" charset="0"/>
                  <a:ea typeface="Gulim" pitchFamily="34" charset="-127"/>
                </a:rPr>
                <a:t>4</a:t>
              </a:r>
              <a:endParaRPr lang="ko-KR" altLang="en-US" sz="2400">
                <a:solidFill>
                  <a:prstClr val="black"/>
                </a:solidFill>
                <a:latin typeface="Tahoma" pitchFamily="34" charset="0"/>
                <a:ea typeface="Gulim" pitchFamily="34" charset="-127"/>
              </a:endParaRPr>
            </a:p>
          </p:txBody>
        </p:sp>
        <p:sp>
          <p:nvSpPr>
            <p:cNvPr id="73910" name="Rectangle 84"/>
            <p:cNvSpPr>
              <a:spLocks noChangeArrowheads="1"/>
            </p:cNvSpPr>
            <p:nvPr/>
          </p:nvSpPr>
          <p:spPr bwMode="auto">
            <a:xfrm>
              <a:off x="4868" y="2404"/>
              <a:ext cx="27" cy="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ß"/>
                <a:defRPr sz="3200">
                  <a:solidFill>
                    <a:schemeClr val="tx1"/>
                  </a:solidFill>
                  <a:latin typeface="Franklin Gothic Book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Þ"/>
                <a:defRPr sz="2800">
                  <a:solidFill>
                    <a:schemeClr val="tx1"/>
                  </a:solidFill>
                  <a:latin typeface="Franklin Gothic Book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"/>
                <a:defRPr sz="2400">
                  <a:solidFill>
                    <a:schemeClr val="tx1"/>
                  </a:solidFill>
                  <a:latin typeface="Franklin Gothic Book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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ko-KR" altLang="en-US" sz="600">
                  <a:solidFill>
                    <a:srgbClr val="000000"/>
                  </a:solidFill>
                  <a:latin typeface="Arial" pitchFamily="34" charset="0"/>
                  <a:ea typeface="Gulim" pitchFamily="34" charset="-127"/>
                </a:rPr>
                <a:t>5</a:t>
              </a:r>
              <a:endParaRPr lang="ko-KR" altLang="en-US" sz="2400">
                <a:solidFill>
                  <a:prstClr val="black"/>
                </a:solidFill>
                <a:latin typeface="Tahoma" pitchFamily="34" charset="0"/>
                <a:ea typeface="Gulim" pitchFamily="34" charset="-127"/>
              </a:endParaRPr>
            </a:p>
          </p:txBody>
        </p:sp>
        <p:sp>
          <p:nvSpPr>
            <p:cNvPr id="73911" name="Rectangle 85"/>
            <p:cNvSpPr>
              <a:spLocks noChangeArrowheads="1"/>
            </p:cNvSpPr>
            <p:nvPr/>
          </p:nvSpPr>
          <p:spPr bwMode="auto">
            <a:xfrm>
              <a:off x="4986" y="2404"/>
              <a:ext cx="27" cy="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ß"/>
                <a:defRPr sz="3200">
                  <a:solidFill>
                    <a:schemeClr val="tx1"/>
                  </a:solidFill>
                  <a:latin typeface="Franklin Gothic Book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Þ"/>
                <a:defRPr sz="2800">
                  <a:solidFill>
                    <a:schemeClr val="tx1"/>
                  </a:solidFill>
                  <a:latin typeface="Franklin Gothic Book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"/>
                <a:defRPr sz="2400">
                  <a:solidFill>
                    <a:schemeClr val="tx1"/>
                  </a:solidFill>
                  <a:latin typeface="Franklin Gothic Book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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ko-KR" altLang="en-US" sz="600">
                  <a:solidFill>
                    <a:srgbClr val="000000"/>
                  </a:solidFill>
                  <a:latin typeface="Arial" pitchFamily="34" charset="0"/>
                  <a:ea typeface="Gulim" pitchFamily="34" charset="-127"/>
                </a:rPr>
                <a:t>6</a:t>
              </a:r>
              <a:endParaRPr lang="ko-KR" altLang="en-US" sz="2400">
                <a:solidFill>
                  <a:prstClr val="black"/>
                </a:solidFill>
                <a:latin typeface="Tahoma" pitchFamily="34" charset="0"/>
                <a:ea typeface="Gulim" pitchFamily="34" charset="-127"/>
              </a:endParaRPr>
            </a:p>
          </p:txBody>
        </p:sp>
        <p:sp>
          <p:nvSpPr>
            <p:cNvPr id="73912" name="Rectangle 86"/>
            <p:cNvSpPr>
              <a:spLocks noChangeArrowheads="1"/>
            </p:cNvSpPr>
            <p:nvPr/>
          </p:nvSpPr>
          <p:spPr bwMode="auto">
            <a:xfrm>
              <a:off x="5107" y="2404"/>
              <a:ext cx="27" cy="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ß"/>
                <a:defRPr sz="3200">
                  <a:solidFill>
                    <a:schemeClr val="tx1"/>
                  </a:solidFill>
                  <a:latin typeface="Franklin Gothic Book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Þ"/>
                <a:defRPr sz="2800">
                  <a:solidFill>
                    <a:schemeClr val="tx1"/>
                  </a:solidFill>
                  <a:latin typeface="Franklin Gothic Book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"/>
                <a:defRPr sz="2400">
                  <a:solidFill>
                    <a:schemeClr val="tx1"/>
                  </a:solidFill>
                  <a:latin typeface="Franklin Gothic Book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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ko-KR" altLang="en-US" sz="600">
                  <a:solidFill>
                    <a:srgbClr val="000000"/>
                  </a:solidFill>
                  <a:latin typeface="Arial" pitchFamily="34" charset="0"/>
                  <a:ea typeface="Gulim" pitchFamily="34" charset="-127"/>
                </a:rPr>
                <a:t>7</a:t>
              </a:r>
              <a:endParaRPr lang="ko-KR" altLang="en-US" sz="2400">
                <a:solidFill>
                  <a:prstClr val="black"/>
                </a:solidFill>
                <a:latin typeface="Tahoma" pitchFamily="34" charset="0"/>
                <a:ea typeface="Gulim" pitchFamily="34" charset="-127"/>
              </a:endParaRPr>
            </a:p>
          </p:txBody>
        </p:sp>
        <p:sp>
          <p:nvSpPr>
            <p:cNvPr id="73913" name="Rectangle 87"/>
            <p:cNvSpPr>
              <a:spLocks noChangeArrowheads="1"/>
            </p:cNvSpPr>
            <p:nvPr/>
          </p:nvSpPr>
          <p:spPr bwMode="auto">
            <a:xfrm>
              <a:off x="5228" y="2404"/>
              <a:ext cx="27" cy="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ß"/>
                <a:defRPr sz="3200">
                  <a:solidFill>
                    <a:schemeClr val="tx1"/>
                  </a:solidFill>
                  <a:latin typeface="Franklin Gothic Book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Þ"/>
                <a:defRPr sz="2800">
                  <a:solidFill>
                    <a:schemeClr val="tx1"/>
                  </a:solidFill>
                  <a:latin typeface="Franklin Gothic Book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"/>
                <a:defRPr sz="2400">
                  <a:solidFill>
                    <a:schemeClr val="tx1"/>
                  </a:solidFill>
                  <a:latin typeface="Franklin Gothic Book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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ko-KR" altLang="en-US" sz="600">
                  <a:solidFill>
                    <a:srgbClr val="000000"/>
                  </a:solidFill>
                  <a:latin typeface="Arial" pitchFamily="34" charset="0"/>
                  <a:ea typeface="Gulim" pitchFamily="34" charset="-127"/>
                </a:rPr>
                <a:t>8</a:t>
              </a:r>
              <a:endParaRPr lang="ko-KR" altLang="en-US" sz="2400">
                <a:solidFill>
                  <a:prstClr val="black"/>
                </a:solidFill>
                <a:latin typeface="Tahoma" pitchFamily="34" charset="0"/>
                <a:ea typeface="Gulim" pitchFamily="34" charset="-127"/>
              </a:endParaRPr>
            </a:p>
          </p:txBody>
        </p:sp>
        <p:sp>
          <p:nvSpPr>
            <p:cNvPr id="73914" name="Rectangle 88"/>
            <p:cNvSpPr>
              <a:spLocks noChangeArrowheads="1"/>
            </p:cNvSpPr>
            <p:nvPr/>
          </p:nvSpPr>
          <p:spPr bwMode="auto">
            <a:xfrm>
              <a:off x="5346" y="2404"/>
              <a:ext cx="27" cy="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ß"/>
                <a:defRPr sz="3200">
                  <a:solidFill>
                    <a:schemeClr val="tx1"/>
                  </a:solidFill>
                  <a:latin typeface="Franklin Gothic Book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Þ"/>
                <a:defRPr sz="2800">
                  <a:solidFill>
                    <a:schemeClr val="tx1"/>
                  </a:solidFill>
                  <a:latin typeface="Franklin Gothic Book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"/>
                <a:defRPr sz="2400">
                  <a:solidFill>
                    <a:schemeClr val="tx1"/>
                  </a:solidFill>
                  <a:latin typeface="Franklin Gothic Book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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ko-KR" altLang="en-US" sz="600">
                  <a:solidFill>
                    <a:srgbClr val="000000"/>
                  </a:solidFill>
                  <a:latin typeface="Arial" pitchFamily="34" charset="0"/>
                  <a:ea typeface="Gulim" pitchFamily="34" charset="-127"/>
                </a:rPr>
                <a:t>9</a:t>
              </a:r>
              <a:endParaRPr lang="ko-KR" altLang="en-US" sz="2400">
                <a:solidFill>
                  <a:prstClr val="black"/>
                </a:solidFill>
                <a:latin typeface="Tahoma" pitchFamily="34" charset="0"/>
                <a:ea typeface="Gulim" pitchFamily="34" charset="-127"/>
              </a:endParaRPr>
            </a:p>
          </p:txBody>
        </p:sp>
        <p:sp>
          <p:nvSpPr>
            <p:cNvPr id="73915" name="Rectangle 89"/>
            <p:cNvSpPr>
              <a:spLocks noChangeArrowheads="1"/>
            </p:cNvSpPr>
            <p:nvPr/>
          </p:nvSpPr>
          <p:spPr bwMode="auto">
            <a:xfrm>
              <a:off x="5455" y="2404"/>
              <a:ext cx="55" cy="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ß"/>
                <a:defRPr sz="3200">
                  <a:solidFill>
                    <a:schemeClr val="tx1"/>
                  </a:solidFill>
                  <a:latin typeface="Franklin Gothic Book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Þ"/>
                <a:defRPr sz="2800">
                  <a:solidFill>
                    <a:schemeClr val="tx1"/>
                  </a:solidFill>
                  <a:latin typeface="Franklin Gothic Book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"/>
                <a:defRPr sz="2400">
                  <a:solidFill>
                    <a:schemeClr val="tx1"/>
                  </a:solidFill>
                  <a:latin typeface="Franklin Gothic Book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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ko-KR" altLang="en-US" sz="600">
                  <a:solidFill>
                    <a:srgbClr val="000000"/>
                  </a:solidFill>
                  <a:latin typeface="Arial" pitchFamily="34" charset="0"/>
                  <a:ea typeface="Gulim" pitchFamily="34" charset="-127"/>
                </a:rPr>
                <a:t>10</a:t>
              </a:r>
              <a:endParaRPr lang="ko-KR" altLang="en-US" sz="2400">
                <a:solidFill>
                  <a:prstClr val="black"/>
                </a:solidFill>
                <a:latin typeface="Tahoma" pitchFamily="34" charset="0"/>
                <a:ea typeface="Gulim" pitchFamily="34" charset="-127"/>
              </a:endParaRPr>
            </a:p>
          </p:txBody>
        </p:sp>
        <p:sp>
          <p:nvSpPr>
            <p:cNvPr id="73916" name="Rectangle 90"/>
            <p:cNvSpPr>
              <a:spLocks noChangeArrowheads="1"/>
            </p:cNvSpPr>
            <p:nvPr/>
          </p:nvSpPr>
          <p:spPr bwMode="auto">
            <a:xfrm>
              <a:off x="4144" y="1265"/>
              <a:ext cx="1400" cy="1254"/>
            </a:xfrm>
            <a:prstGeom prst="rect">
              <a:avLst/>
            </a:prstGeom>
            <a:noFill/>
            <a:ln w="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ß"/>
                <a:defRPr sz="3200">
                  <a:solidFill>
                    <a:schemeClr val="tx1"/>
                  </a:solidFill>
                  <a:latin typeface="Franklin Gothic Book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Þ"/>
                <a:defRPr sz="2800">
                  <a:solidFill>
                    <a:schemeClr val="tx1"/>
                  </a:solidFill>
                  <a:latin typeface="Franklin Gothic Book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"/>
                <a:defRPr sz="2400">
                  <a:solidFill>
                    <a:schemeClr val="tx1"/>
                  </a:solidFill>
                  <a:latin typeface="Franklin Gothic Book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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itchFamily="18" charset="2"/>
                <a:buChar char=""/>
                <a:defRPr sz="2000">
                  <a:solidFill>
                    <a:schemeClr val="tx1"/>
                  </a:solidFill>
                  <a:latin typeface="Franklin Gothic Book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kumimoji="1" lang="zh-CN" altLang="en-US" sz="2400">
                <a:solidFill>
                  <a:prstClr val="black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3917" name="Freeform 91"/>
            <p:cNvSpPr>
              <a:spLocks/>
            </p:cNvSpPr>
            <p:nvPr/>
          </p:nvSpPr>
          <p:spPr bwMode="auto">
            <a:xfrm>
              <a:off x="4426" y="1709"/>
              <a:ext cx="116" cy="349"/>
            </a:xfrm>
            <a:custGeom>
              <a:avLst/>
              <a:gdLst>
                <a:gd name="T0" fmla="*/ 0 w 852"/>
                <a:gd name="T1" fmla="*/ 2 h 1260"/>
                <a:gd name="T2" fmla="*/ 0 w 852"/>
                <a:gd name="T3" fmla="*/ 0 h 1260"/>
                <a:gd name="T4" fmla="*/ 0 w 852"/>
                <a:gd name="T5" fmla="*/ 0 h 1260"/>
                <a:gd name="T6" fmla="*/ 0 w 852"/>
                <a:gd name="T7" fmla="*/ 1 h 1260"/>
                <a:gd name="T8" fmla="*/ 0 w 852"/>
                <a:gd name="T9" fmla="*/ 2 h 1260"/>
                <a:gd name="T10" fmla="*/ 0 w 852"/>
                <a:gd name="T11" fmla="*/ 4 h 1260"/>
                <a:gd name="T12" fmla="*/ 0 w 852"/>
                <a:gd name="T13" fmla="*/ 7 h 1260"/>
                <a:gd name="T14" fmla="*/ 0 w 852"/>
                <a:gd name="T15" fmla="*/ 7 h 1260"/>
                <a:gd name="T16" fmla="*/ 0 w 852"/>
                <a:gd name="T17" fmla="*/ 7 h 1260"/>
                <a:gd name="T18" fmla="*/ 0 w 852"/>
                <a:gd name="T19" fmla="*/ 8 h 1260"/>
                <a:gd name="T20" fmla="*/ 0 w 852"/>
                <a:gd name="T21" fmla="*/ 8 h 1260"/>
                <a:gd name="T22" fmla="*/ 0 w 852"/>
                <a:gd name="T23" fmla="*/ 8 h 1260"/>
                <a:gd name="T24" fmla="*/ 0 w 852"/>
                <a:gd name="T25" fmla="*/ 7 h 1260"/>
                <a:gd name="T26" fmla="*/ 0 w 852"/>
                <a:gd name="T27" fmla="*/ 6 h 1260"/>
                <a:gd name="T28" fmla="*/ 0 w 852"/>
                <a:gd name="T29" fmla="*/ 6 h 1260"/>
                <a:gd name="T30" fmla="*/ 0 w 852"/>
                <a:gd name="T31" fmla="*/ 5 h 1260"/>
                <a:gd name="T32" fmla="*/ 0 w 852"/>
                <a:gd name="T33" fmla="*/ 5 h 1260"/>
                <a:gd name="T34" fmla="*/ 0 w 852"/>
                <a:gd name="T35" fmla="*/ 5 h 1260"/>
                <a:gd name="T36" fmla="*/ 0 w 852"/>
                <a:gd name="T37" fmla="*/ 4 h 1260"/>
                <a:gd name="T38" fmla="*/ 0 w 852"/>
                <a:gd name="T39" fmla="*/ 4 h 1260"/>
                <a:gd name="T40" fmla="*/ 0 w 852"/>
                <a:gd name="T41" fmla="*/ 2 h 126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852" h="1260">
                  <a:moveTo>
                    <a:pt x="518" y="280"/>
                  </a:moveTo>
                  <a:cubicBezTo>
                    <a:pt x="509" y="187"/>
                    <a:pt x="497" y="69"/>
                    <a:pt x="392" y="36"/>
                  </a:cubicBezTo>
                  <a:cubicBezTo>
                    <a:pt x="339" y="0"/>
                    <a:pt x="309" y="15"/>
                    <a:pt x="237" y="21"/>
                  </a:cubicBezTo>
                  <a:cubicBezTo>
                    <a:pt x="194" y="31"/>
                    <a:pt x="168" y="45"/>
                    <a:pt x="133" y="73"/>
                  </a:cubicBezTo>
                  <a:cubicBezTo>
                    <a:pt x="84" y="168"/>
                    <a:pt x="20" y="262"/>
                    <a:pt x="0" y="369"/>
                  </a:cubicBezTo>
                  <a:cubicBezTo>
                    <a:pt x="5" y="481"/>
                    <a:pt x="3" y="584"/>
                    <a:pt x="44" y="688"/>
                  </a:cubicBezTo>
                  <a:cubicBezTo>
                    <a:pt x="78" y="870"/>
                    <a:pt x="173" y="1057"/>
                    <a:pt x="362" y="1117"/>
                  </a:cubicBezTo>
                  <a:cubicBezTo>
                    <a:pt x="415" y="1152"/>
                    <a:pt x="347" y="1112"/>
                    <a:pt x="429" y="1139"/>
                  </a:cubicBezTo>
                  <a:cubicBezTo>
                    <a:pt x="437" y="1142"/>
                    <a:pt x="443" y="1150"/>
                    <a:pt x="451" y="1154"/>
                  </a:cubicBezTo>
                  <a:cubicBezTo>
                    <a:pt x="473" y="1165"/>
                    <a:pt x="501" y="1168"/>
                    <a:pt x="525" y="1176"/>
                  </a:cubicBezTo>
                  <a:cubicBezTo>
                    <a:pt x="562" y="1201"/>
                    <a:pt x="581" y="1218"/>
                    <a:pt x="622" y="1228"/>
                  </a:cubicBezTo>
                  <a:cubicBezTo>
                    <a:pt x="684" y="1260"/>
                    <a:pt x="714" y="1249"/>
                    <a:pt x="792" y="1243"/>
                  </a:cubicBezTo>
                  <a:cubicBezTo>
                    <a:pt x="852" y="1183"/>
                    <a:pt x="819" y="1088"/>
                    <a:pt x="785" y="1021"/>
                  </a:cubicBezTo>
                  <a:cubicBezTo>
                    <a:pt x="770" y="992"/>
                    <a:pt x="773" y="979"/>
                    <a:pt x="748" y="954"/>
                  </a:cubicBezTo>
                  <a:cubicBezTo>
                    <a:pt x="735" y="917"/>
                    <a:pt x="711" y="888"/>
                    <a:pt x="688" y="858"/>
                  </a:cubicBezTo>
                  <a:cubicBezTo>
                    <a:pt x="676" y="821"/>
                    <a:pt x="643" y="795"/>
                    <a:pt x="622" y="762"/>
                  </a:cubicBezTo>
                  <a:cubicBezTo>
                    <a:pt x="616" y="753"/>
                    <a:pt x="613" y="742"/>
                    <a:pt x="607" y="732"/>
                  </a:cubicBezTo>
                  <a:cubicBezTo>
                    <a:pt x="603" y="724"/>
                    <a:pt x="597" y="717"/>
                    <a:pt x="592" y="710"/>
                  </a:cubicBezTo>
                  <a:cubicBezTo>
                    <a:pt x="580" y="671"/>
                    <a:pt x="589" y="694"/>
                    <a:pt x="555" y="643"/>
                  </a:cubicBezTo>
                  <a:cubicBezTo>
                    <a:pt x="550" y="636"/>
                    <a:pt x="540" y="621"/>
                    <a:pt x="540" y="621"/>
                  </a:cubicBezTo>
                  <a:cubicBezTo>
                    <a:pt x="519" y="510"/>
                    <a:pt x="518" y="392"/>
                    <a:pt x="518" y="28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kumimoji="1" lang="zh-CN" altLang="en-US">
                <a:solidFill>
                  <a:prstClr val="black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3918" name="Freeform 92"/>
            <p:cNvSpPr>
              <a:spLocks/>
            </p:cNvSpPr>
            <p:nvPr/>
          </p:nvSpPr>
          <p:spPr bwMode="auto">
            <a:xfrm>
              <a:off x="4846" y="1756"/>
              <a:ext cx="116" cy="349"/>
            </a:xfrm>
            <a:custGeom>
              <a:avLst/>
              <a:gdLst>
                <a:gd name="T0" fmla="*/ 0 w 768"/>
                <a:gd name="T1" fmla="*/ 7 h 630"/>
                <a:gd name="T2" fmla="*/ 0 w 768"/>
                <a:gd name="T3" fmla="*/ 8 h 630"/>
                <a:gd name="T4" fmla="*/ 0 w 768"/>
                <a:gd name="T5" fmla="*/ 18 h 630"/>
                <a:gd name="T6" fmla="*/ 0 w 768"/>
                <a:gd name="T7" fmla="*/ 33 h 630"/>
                <a:gd name="T8" fmla="*/ 0 w 768"/>
                <a:gd name="T9" fmla="*/ 37 h 630"/>
                <a:gd name="T10" fmla="*/ 0 w 768"/>
                <a:gd name="T11" fmla="*/ 44 h 630"/>
                <a:gd name="T12" fmla="*/ 0 w 768"/>
                <a:gd name="T13" fmla="*/ 58 h 630"/>
                <a:gd name="T14" fmla="*/ 0 w 768"/>
                <a:gd name="T15" fmla="*/ 59 h 630"/>
                <a:gd name="T16" fmla="*/ 0 w 768"/>
                <a:gd name="T17" fmla="*/ 62 h 630"/>
                <a:gd name="T18" fmla="*/ 0 w 768"/>
                <a:gd name="T19" fmla="*/ 66 h 630"/>
                <a:gd name="T20" fmla="*/ 0 w 768"/>
                <a:gd name="T21" fmla="*/ 64 h 630"/>
                <a:gd name="T22" fmla="*/ 0 w 768"/>
                <a:gd name="T23" fmla="*/ 61 h 630"/>
                <a:gd name="T24" fmla="*/ 0 w 768"/>
                <a:gd name="T25" fmla="*/ 56 h 630"/>
                <a:gd name="T26" fmla="*/ 0 w 768"/>
                <a:gd name="T27" fmla="*/ 50 h 630"/>
                <a:gd name="T28" fmla="*/ 0 w 768"/>
                <a:gd name="T29" fmla="*/ 46 h 630"/>
                <a:gd name="T30" fmla="*/ 0 w 768"/>
                <a:gd name="T31" fmla="*/ 44 h 630"/>
                <a:gd name="T32" fmla="*/ 0 w 768"/>
                <a:gd name="T33" fmla="*/ 31 h 630"/>
                <a:gd name="T34" fmla="*/ 0 w 768"/>
                <a:gd name="T35" fmla="*/ 19 h 630"/>
                <a:gd name="T36" fmla="*/ 0 w 768"/>
                <a:gd name="T37" fmla="*/ 12 h 630"/>
                <a:gd name="T38" fmla="*/ 0 w 768"/>
                <a:gd name="T39" fmla="*/ 0 h 630"/>
                <a:gd name="T40" fmla="*/ 0 w 768"/>
                <a:gd name="T41" fmla="*/ 3 h 630"/>
                <a:gd name="T42" fmla="*/ 0 w 768"/>
                <a:gd name="T43" fmla="*/ 7 h 63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768" h="630">
                  <a:moveTo>
                    <a:pt x="183" y="67"/>
                  </a:moveTo>
                  <a:cubicBezTo>
                    <a:pt x="146" y="41"/>
                    <a:pt x="112" y="61"/>
                    <a:pt x="72" y="74"/>
                  </a:cubicBezTo>
                  <a:cubicBezTo>
                    <a:pt x="13" y="114"/>
                    <a:pt x="28" y="107"/>
                    <a:pt x="5" y="170"/>
                  </a:cubicBezTo>
                  <a:cubicBezTo>
                    <a:pt x="8" y="217"/>
                    <a:pt x="0" y="266"/>
                    <a:pt x="13" y="311"/>
                  </a:cubicBezTo>
                  <a:cubicBezTo>
                    <a:pt x="19" y="331"/>
                    <a:pt x="45" y="339"/>
                    <a:pt x="57" y="356"/>
                  </a:cubicBezTo>
                  <a:cubicBezTo>
                    <a:pt x="92" y="407"/>
                    <a:pt x="72" y="390"/>
                    <a:pt x="109" y="415"/>
                  </a:cubicBezTo>
                  <a:cubicBezTo>
                    <a:pt x="145" y="467"/>
                    <a:pt x="187" y="508"/>
                    <a:pt x="235" y="548"/>
                  </a:cubicBezTo>
                  <a:cubicBezTo>
                    <a:pt x="243" y="555"/>
                    <a:pt x="248" y="565"/>
                    <a:pt x="257" y="570"/>
                  </a:cubicBezTo>
                  <a:cubicBezTo>
                    <a:pt x="283" y="584"/>
                    <a:pt x="305" y="583"/>
                    <a:pt x="331" y="593"/>
                  </a:cubicBezTo>
                  <a:cubicBezTo>
                    <a:pt x="371" y="608"/>
                    <a:pt x="408" y="621"/>
                    <a:pt x="450" y="630"/>
                  </a:cubicBezTo>
                  <a:cubicBezTo>
                    <a:pt x="498" y="625"/>
                    <a:pt x="551" y="623"/>
                    <a:pt x="598" y="607"/>
                  </a:cubicBezTo>
                  <a:cubicBezTo>
                    <a:pt x="618" y="600"/>
                    <a:pt x="657" y="585"/>
                    <a:pt x="657" y="585"/>
                  </a:cubicBezTo>
                  <a:cubicBezTo>
                    <a:pt x="675" y="536"/>
                    <a:pt x="651" y="594"/>
                    <a:pt x="687" y="533"/>
                  </a:cubicBezTo>
                  <a:cubicBezTo>
                    <a:pt x="698" y="514"/>
                    <a:pt x="717" y="474"/>
                    <a:pt x="717" y="474"/>
                  </a:cubicBezTo>
                  <a:cubicBezTo>
                    <a:pt x="719" y="462"/>
                    <a:pt x="720" y="449"/>
                    <a:pt x="724" y="437"/>
                  </a:cubicBezTo>
                  <a:cubicBezTo>
                    <a:pt x="727" y="429"/>
                    <a:pt x="736" y="423"/>
                    <a:pt x="739" y="415"/>
                  </a:cubicBezTo>
                  <a:cubicBezTo>
                    <a:pt x="750" y="382"/>
                    <a:pt x="760" y="332"/>
                    <a:pt x="768" y="296"/>
                  </a:cubicBezTo>
                  <a:cubicBezTo>
                    <a:pt x="766" y="257"/>
                    <a:pt x="766" y="217"/>
                    <a:pt x="761" y="178"/>
                  </a:cubicBezTo>
                  <a:cubicBezTo>
                    <a:pt x="754" y="127"/>
                    <a:pt x="750" y="142"/>
                    <a:pt x="724" y="111"/>
                  </a:cubicBezTo>
                  <a:cubicBezTo>
                    <a:pt x="653" y="27"/>
                    <a:pt x="566" y="24"/>
                    <a:pt x="465" y="0"/>
                  </a:cubicBezTo>
                  <a:cubicBezTo>
                    <a:pt x="370" y="4"/>
                    <a:pt x="294" y="6"/>
                    <a:pt x="205" y="30"/>
                  </a:cubicBezTo>
                  <a:cubicBezTo>
                    <a:pt x="154" y="63"/>
                    <a:pt x="144" y="53"/>
                    <a:pt x="183" y="67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kumimoji="1" lang="zh-CN" altLang="en-US">
                <a:solidFill>
                  <a:prstClr val="black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</p:grpSp>
      <p:sp>
        <p:nvSpPr>
          <p:cNvPr id="73734" name="Line 93"/>
          <p:cNvSpPr>
            <a:spLocks noChangeShapeType="1"/>
          </p:cNvSpPr>
          <p:nvPr/>
        </p:nvSpPr>
        <p:spPr bwMode="auto">
          <a:xfrm>
            <a:off x="5638800" y="24765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kumimoji="1" lang="zh-CN" altLang="en-US">
              <a:solidFill>
                <a:prstClr val="black"/>
              </a:solidFill>
              <a:latin typeface="Times New Roman" pitchFamily="18" charset="0"/>
              <a:ea typeface="宋体" pitchFamily="2" charset="-122"/>
            </a:endParaRPr>
          </a:p>
        </p:txBody>
      </p:sp>
      <p:grpSp>
        <p:nvGrpSpPr>
          <p:cNvPr id="73735" name="Group 94"/>
          <p:cNvGrpSpPr>
            <a:grpSpLocks/>
          </p:cNvGrpSpPr>
          <p:nvPr/>
        </p:nvGrpSpPr>
        <p:grpSpPr bwMode="auto">
          <a:xfrm>
            <a:off x="6629400" y="3429000"/>
            <a:ext cx="2286000" cy="1905000"/>
            <a:chOff x="3312" y="2640"/>
            <a:chExt cx="1440" cy="1440"/>
          </a:xfrm>
        </p:grpSpPr>
        <p:graphicFrame>
          <p:nvGraphicFramePr>
            <p:cNvPr id="73833" name="Object 95"/>
            <p:cNvGraphicFramePr>
              <a:graphicFrameLocks noChangeAspect="1"/>
            </p:cNvGraphicFramePr>
            <p:nvPr/>
          </p:nvGraphicFramePr>
          <p:xfrm>
            <a:off x="3312" y="2832"/>
            <a:ext cx="1440" cy="1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386" name="Worksheet" r:id="rId5" imgW="3419856" imgH="2934005" progId="Excel.Sheet.8">
                    <p:embed/>
                  </p:oleObj>
                </mc:Choice>
                <mc:Fallback>
                  <p:oleObj name="Worksheet" r:id="rId5" imgW="3419856" imgH="2934005" progId="Excel.Sheet.8">
                    <p:embed/>
                    <p:pic>
                      <p:nvPicPr>
                        <p:cNvPr id="73833" name="Object 9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2" y="2832"/>
                          <a:ext cx="1440" cy="1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3834" name="Line 96"/>
            <p:cNvSpPr>
              <a:spLocks noChangeShapeType="1"/>
            </p:cNvSpPr>
            <p:nvPr/>
          </p:nvSpPr>
          <p:spPr bwMode="auto">
            <a:xfrm>
              <a:off x="3984" y="2640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kumimoji="1" lang="zh-CN" altLang="en-US">
                <a:solidFill>
                  <a:prstClr val="black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</p:grpSp>
      <p:grpSp>
        <p:nvGrpSpPr>
          <p:cNvPr id="73736" name="Group 97"/>
          <p:cNvGrpSpPr>
            <a:grpSpLocks/>
          </p:cNvGrpSpPr>
          <p:nvPr/>
        </p:nvGrpSpPr>
        <p:grpSpPr bwMode="auto">
          <a:xfrm>
            <a:off x="3276600" y="3683000"/>
            <a:ext cx="3200400" cy="1651000"/>
            <a:chOff x="1200" y="2832"/>
            <a:chExt cx="2016" cy="1248"/>
          </a:xfrm>
        </p:grpSpPr>
        <p:grpSp>
          <p:nvGrpSpPr>
            <p:cNvPr id="73828" name="Group 98"/>
            <p:cNvGrpSpPr>
              <a:grpSpLocks/>
            </p:cNvGrpSpPr>
            <p:nvPr/>
          </p:nvGrpSpPr>
          <p:grpSpPr bwMode="auto">
            <a:xfrm>
              <a:off x="1200" y="2832"/>
              <a:ext cx="1440" cy="1248"/>
              <a:chOff x="3108" y="2256"/>
              <a:chExt cx="2148" cy="1872"/>
            </a:xfrm>
          </p:grpSpPr>
          <p:graphicFrame>
            <p:nvGraphicFramePr>
              <p:cNvPr id="73830" name="Object 99"/>
              <p:cNvGraphicFramePr>
                <a:graphicFrameLocks noChangeAspect="1"/>
              </p:cNvGraphicFramePr>
              <p:nvPr/>
            </p:nvGraphicFramePr>
            <p:xfrm>
              <a:off x="3108" y="2256"/>
              <a:ext cx="2148" cy="18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8387" name="Worksheet" r:id="rId7" imgW="3410407" imgH="2924556" progId="Excel.Sheet.8">
                      <p:embed/>
                    </p:oleObj>
                  </mc:Choice>
                  <mc:Fallback>
                    <p:oleObj name="Worksheet" r:id="rId7" imgW="3410407" imgH="2924556" progId="Excel.Sheet.8">
                      <p:embed/>
                      <p:pic>
                        <p:nvPicPr>
                          <p:cNvPr id="73830" name="Object 9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08" y="2256"/>
                            <a:ext cx="2148" cy="187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3831" name="Freeform 100"/>
              <p:cNvSpPr>
                <a:spLocks/>
              </p:cNvSpPr>
              <p:nvPr/>
            </p:nvSpPr>
            <p:spPr bwMode="auto">
              <a:xfrm>
                <a:off x="3638" y="2757"/>
                <a:ext cx="174" cy="523"/>
              </a:xfrm>
              <a:custGeom>
                <a:avLst/>
                <a:gdLst>
                  <a:gd name="T0" fmla="*/ 1 w 728"/>
                  <a:gd name="T1" fmla="*/ 1 h 896"/>
                  <a:gd name="T2" fmla="*/ 0 w 728"/>
                  <a:gd name="T3" fmla="*/ 12 h 896"/>
                  <a:gd name="T4" fmla="*/ 0 w 728"/>
                  <a:gd name="T5" fmla="*/ 18 h 896"/>
                  <a:gd name="T6" fmla="*/ 0 w 728"/>
                  <a:gd name="T7" fmla="*/ 21 h 896"/>
                  <a:gd name="T8" fmla="*/ 0 w 728"/>
                  <a:gd name="T9" fmla="*/ 39 h 896"/>
                  <a:gd name="T10" fmla="*/ 0 w 728"/>
                  <a:gd name="T11" fmla="*/ 91 h 896"/>
                  <a:gd name="T12" fmla="*/ 0 w 728"/>
                  <a:gd name="T13" fmla="*/ 99 h 896"/>
                  <a:gd name="T14" fmla="*/ 1 w 728"/>
                  <a:gd name="T15" fmla="*/ 116 h 896"/>
                  <a:gd name="T16" fmla="*/ 2 w 728"/>
                  <a:gd name="T17" fmla="*/ 110 h 896"/>
                  <a:gd name="T18" fmla="*/ 2 w 728"/>
                  <a:gd name="T19" fmla="*/ 92 h 896"/>
                  <a:gd name="T20" fmla="*/ 2 w 728"/>
                  <a:gd name="T21" fmla="*/ 78 h 896"/>
                  <a:gd name="T22" fmla="*/ 2 w 728"/>
                  <a:gd name="T23" fmla="*/ 73 h 896"/>
                  <a:gd name="T24" fmla="*/ 2 w 728"/>
                  <a:gd name="T25" fmla="*/ 70 h 896"/>
                  <a:gd name="T26" fmla="*/ 2 w 728"/>
                  <a:gd name="T27" fmla="*/ 38 h 896"/>
                  <a:gd name="T28" fmla="*/ 2 w 728"/>
                  <a:gd name="T29" fmla="*/ 17 h 896"/>
                  <a:gd name="T30" fmla="*/ 2 w 728"/>
                  <a:gd name="T31" fmla="*/ 11 h 896"/>
                  <a:gd name="T32" fmla="*/ 1 w 728"/>
                  <a:gd name="T33" fmla="*/ 8 h 896"/>
                  <a:gd name="T34" fmla="*/ 1 w 728"/>
                  <a:gd name="T35" fmla="*/ 0 h 896"/>
                  <a:gd name="T36" fmla="*/ 1 w 728"/>
                  <a:gd name="T37" fmla="*/ 1 h 896"/>
                  <a:gd name="T38" fmla="*/ 1 w 728"/>
                  <a:gd name="T39" fmla="*/ 2 h 896"/>
                  <a:gd name="T40" fmla="*/ 1 w 728"/>
                  <a:gd name="T41" fmla="*/ 1 h 89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728" h="896">
                    <a:moveTo>
                      <a:pt x="199" y="7"/>
                    </a:moveTo>
                    <a:cubicBezTo>
                      <a:pt x="148" y="19"/>
                      <a:pt x="135" y="54"/>
                      <a:pt x="110" y="96"/>
                    </a:cubicBezTo>
                    <a:cubicBezTo>
                      <a:pt x="101" y="111"/>
                      <a:pt x="90" y="125"/>
                      <a:pt x="80" y="140"/>
                    </a:cubicBezTo>
                    <a:cubicBezTo>
                      <a:pt x="75" y="147"/>
                      <a:pt x="65" y="162"/>
                      <a:pt x="65" y="162"/>
                    </a:cubicBezTo>
                    <a:cubicBezTo>
                      <a:pt x="50" y="210"/>
                      <a:pt x="33" y="254"/>
                      <a:pt x="21" y="303"/>
                    </a:cubicBezTo>
                    <a:cubicBezTo>
                      <a:pt x="4" y="446"/>
                      <a:pt x="0" y="574"/>
                      <a:pt x="65" y="703"/>
                    </a:cubicBezTo>
                    <a:cubicBezTo>
                      <a:pt x="79" y="731"/>
                      <a:pt x="83" y="744"/>
                      <a:pt x="110" y="763"/>
                    </a:cubicBezTo>
                    <a:cubicBezTo>
                      <a:pt x="159" y="835"/>
                      <a:pt x="250" y="874"/>
                      <a:pt x="332" y="896"/>
                    </a:cubicBezTo>
                    <a:cubicBezTo>
                      <a:pt x="394" y="889"/>
                      <a:pt x="441" y="878"/>
                      <a:pt x="495" y="851"/>
                    </a:cubicBezTo>
                    <a:cubicBezTo>
                      <a:pt x="537" y="789"/>
                      <a:pt x="571" y="751"/>
                      <a:pt x="636" y="711"/>
                    </a:cubicBezTo>
                    <a:cubicBezTo>
                      <a:pt x="660" y="674"/>
                      <a:pt x="672" y="647"/>
                      <a:pt x="688" y="607"/>
                    </a:cubicBezTo>
                    <a:cubicBezTo>
                      <a:pt x="694" y="593"/>
                      <a:pt x="697" y="578"/>
                      <a:pt x="702" y="563"/>
                    </a:cubicBezTo>
                    <a:cubicBezTo>
                      <a:pt x="705" y="555"/>
                      <a:pt x="710" y="540"/>
                      <a:pt x="710" y="540"/>
                    </a:cubicBezTo>
                    <a:cubicBezTo>
                      <a:pt x="720" y="459"/>
                      <a:pt x="728" y="366"/>
                      <a:pt x="680" y="296"/>
                    </a:cubicBezTo>
                    <a:cubicBezTo>
                      <a:pt x="659" y="231"/>
                      <a:pt x="621" y="176"/>
                      <a:pt x="569" y="133"/>
                    </a:cubicBezTo>
                    <a:cubicBezTo>
                      <a:pt x="550" y="117"/>
                      <a:pt x="530" y="103"/>
                      <a:pt x="510" y="88"/>
                    </a:cubicBezTo>
                    <a:cubicBezTo>
                      <a:pt x="496" y="77"/>
                      <a:pt x="465" y="59"/>
                      <a:pt x="465" y="59"/>
                    </a:cubicBezTo>
                    <a:cubicBezTo>
                      <a:pt x="428" y="0"/>
                      <a:pt x="358" y="5"/>
                      <a:pt x="295" y="0"/>
                    </a:cubicBezTo>
                    <a:cubicBezTo>
                      <a:pt x="265" y="2"/>
                      <a:pt x="236" y="3"/>
                      <a:pt x="206" y="7"/>
                    </a:cubicBezTo>
                    <a:cubicBezTo>
                      <a:pt x="198" y="8"/>
                      <a:pt x="192" y="14"/>
                      <a:pt x="184" y="14"/>
                    </a:cubicBezTo>
                    <a:cubicBezTo>
                      <a:pt x="178" y="14"/>
                      <a:pt x="194" y="9"/>
                      <a:pt x="199" y="7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kumimoji="1" lang="zh-CN" altLang="en-US">
                  <a:solidFill>
                    <a:prstClr val="black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73832" name="Freeform 101"/>
              <p:cNvSpPr>
                <a:spLocks/>
              </p:cNvSpPr>
              <p:nvPr/>
            </p:nvSpPr>
            <p:spPr bwMode="auto">
              <a:xfrm>
                <a:off x="4090" y="3117"/>
                <a:ext cx="174" cy="523"/>
              </a:xfrm>
              <a:custGeom>
                <a:avLst/>
                <a:gdLst>
                  <a:gd name="T0" fmla="*/ 1 w 802"/>
                  <a:gd name="T1" fmla="*/ 6 h 889"/>
                  <a:gd name="T2" fmla="*/ 1 w 802"/>
                  <a:gd name="T3" fmla="*/ 24 h 889"/>
                  <a:gd name="T4" fmla="*/ 0 w 802"/>
                  <a:gd name="T5" fmla="*/ 39 h 889"/>
                  <a:gd name="T6" fmla="*/ 0 w 802"/>
                  <a:gd name="T7" fmla="*/ 42 h 889"/>
                  <a:gd name="T8" fmla="*/ 0 w 802"/>
                  <a:gd name="T9" fmla="*/ 44 h 889"/>
                  <a:gd name="T10" fmla="*/ 0 w 802"/>
                  <a:gd name="T11" fmla="*/ 47 h 889"/>
                  <a:gd name="T12" fmla="*/ 0 w 802"/>
                  <a:gd name="T13" fmla="*/ 51 h 889"/>
                  <a:gd name="T14" fmla="*/ 0 w 802"/>
                  <a:gd name="T15" fmla="*/ 66 h 889"/>
                  <a:gd name="T16" fmla="*/ 0 w 802"/>
                  <a:gd name="T17" fmla="*/ 69 h 889"/>
                  <a:gd name="T18" fmla="*/ 0 w 802"/>
                  <a:gd name="T19" fmla="*/ 75 h 889"/>
                  <a:gd name="T20" fmla="*/ 0 w 802"/>
                  <a:gd name="T21" fmla="*/ 84 h 889"/>
                  <a:gd name="T22" fmla="*/ 0 w 802"/>
                  <a:gd name="T23" fmla="*/ 94 h 889"/>
                  <a:gd name="T24" fmla="*/ 0 w 802"/>
                  <a:gd name="T25" fmla="*/ 112 h 889"/>
                  <a:gd name="T26" fmla="*/ 0 w 802"/>
                  <a:gd name="T27" fmla="*/ 116 h 889"/>
                  <a:gd name="T28" fmla="*/ 0 w 802"/>
                  <a:gd name="T29" fmla="*/ 118 h 889"/>
                  <a:gd name="T30" fmla="*/ 1 w 802"/>
                  <a:gd name="T31" fmla="*/ 116 h 889"/>
                  <a:gd name="T32" fmla="*/ 1 w 802"/>
                  <a:gd name="T33" fmla="*/ 109 h 889"/>
                  <a:gd name="T34" fmla="*/ 1 w 802"/>
                  <a:gd name="T35" fmla="*/ 105 h 889"/>
                  <a:gd name="T36" fmla="*/ 2 w 802"/>
                  <a:gd name="T37" fmla="*/ 87 h 889"/>
                  <a:gd name="T38" fmla="*/ 2 w 802"/>
                  <a:gd name="T39" fmla="*/ 80 h 889"/>
                  <a:gd name="T40" fmla="*/ 2 w 802"/>
                  <a:gd name="T41" fmla="*/ 71 h 889"/>
                  <a:gd name="T42" fmla="*/ 2 w 802"/>
                  <a:gd name="T43" fmla="*/ 60 h 889"/>
                  <a:gd name="T44" fmla="*/ 2 w 802"/>
                  <a:gd name="T45" fmla="*/ 51 h 889"/>
                  <a:gd name="T46" fmla="*/ 2 w 802"/>
                  <a:gd name="T47" fmla="*/ 0 h 889"/>
                  <a:gd name="T48" fmla="*/ 1 w 802"/>
                  <a:gd name="T49" fmla="*/ 3 h 889"/>
                  <a:gd name="T50" fmla="*/ 1 w 802"/>
                  <a:gd name="T51" fmla="*/ 6 h 889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0" t="0" r="r" b="b"/>
                <a:pathLst>
                  <a:path w="802" h="889">
                    <a:moveTo>
                      <a:pt x="510" y="44"/>
                    </a:moveTo>
                    <a:cubicBezTo>
                      <a:pt x="455" y="80"/>
                      <a:pt x="422" y="133"/>
                      <a:pt x="376" y="177"/>
                    </a:cubicBezTo>
                    <a:cubicBezTo>
                      <a:pt x="346" y="236"/>
                      <a:pt x="298" y="273"/>
                      <a:pt x="236" y="296"/>
                    </a:cubicBezTo>
                    <a:cubicBezTo>
                      <a:pt x="231" y="303"/>
                      <a:pt x="227" y="312"/>
                      <a:pt x="221" y="318"/>
                    </a:cubicBezTo>
                    <a:cubicBezTo>
                      <a:pt x="215" y="324"/>
                      <a:pt x="205" y="326"/>
                      <a:pt x="199" y="333"/>
                    </a:cubicBezTo>
                    <a:cubicBezTo>
                      <a:pt x="194" y="339"/>
                      <a:pt x="195" y="348"/>
                      <a:pt x="191" y="355"/>
                    </a:cubicBezTo>
                    <a:cubicBezTo>
                      <a:pt x="185" y="366"/>
                      <a:pt x="176" y="375"/>
                      <a:pt x="169" y="385"/>
                    </a:cubicBezTo>
                    <a:cubicBezTo>
                      <a:pt x="156" y="422"/>
                      <a:pt x="155" y="463"/>
                      <a:pt x="132" y="496"/>
                    </a:cubicBezTo>
                    <a:cubicBezTo>
                      <a:pt x="126" y="504"/>
                      <a:pt x="116" y="510"/>
                      <a:pt x="110" y="518"/>
                    </a:cubicBezTo>
                    <a:cubicBezTo>
                      <a:pt x="99" y="532"/>
                      <a:pt x="80" y="562"/>
                      <a:pt x="80" y="562"/>
                    </a:cubicBezTo>
                    <a:cubicBezTo>
                      <a:pt x="68" y="602"/>
                      <a:pt x="78" y="578"/>
                      <a:pt x="43" y="629"/>
                    </a:cubicBezTo>
                    <a:cubicBezTo>
                      <a:pt x="28" y="651"/>
                      <a:pt x="22" y="678"/>
                      <a:pt x="13" y="703"/>
                    </a:cubicBezTo>
                    <a:cubicBezTo>
                      <a:pt x="15" y="727"/>
                      <a:pt x="0" y="812"/>
                      <a:pt x="36" y="844"/>
                    </a:cubicBezTo>
                    <a:cubicBezTo>
                      <a:pt x="49" y="856"/>
                      <a:pt x="65" y="864"/>
                      <a:pt x="80" y="874"/>
                    </a:cubicBezTo>
                    <a:cubicBezTo>
                      <a:pt x="93" y="883"/>
                      <a:pt x="124" y="888"/>
                      <a:pt x="124" y="888"/>
                    </a:cubicBezTo>
                    <a:cubicBezTo>
                      <a:pt x="167" y="886"/>
                      <a:pt x="287" y="889"/>
                      <a:pt x="354" y="874"/>
                    </a:cubicBezTo>
                    <a:cubicBezTo>
                      <a:pt x="410" y="861"/>
                      <a:pt x="461" y="835"/>
                      <a:pt x="517" y="822"/>
                    </a:cubicBezTo>
                    <a:cubicBezTo>
                      <a:pt x="534" y="811"/>
                      <a:pt x="553" y="804"/>
                      <a:pt x="569" y="792"/>
                    </a:cubicBezTo>
                    <a:cubicBezTo>
                      <a:pt x="613" y="757"/>
                      <a:pt x="651" y="702"/>
                      <a:pt x="673" y="651"/>
                    </a:cubicBezTo>
                    <a:cubicBezTo>
                      <a:pt x="680" y="634"/>
                      <a:pt x="685" y="615"/>
                      <a:pt x="695" y="600"/>
                    </a:cubicBezTo>
                    <a:cubicBezTo>
                      <a:pt x="711" y="577"/>
                      <a:pt x="747" y="533"/>
                      <a:pt x="747" y="533"/>
                    </a:cubicBezTo>
                    <a:cubicBezTo>
                      <a:pt x="756" y="504"/>
                      <a:pt x="784" y="451"/>
                      <a:pt x="784" y="451"/>
                    </a:cubicBezTo>
                    <a:cubicBezTo>
                      <a:pt x="787" y="439"/>
                      <a:pt x="798" y="395"/>
                      <a:pt x="798" y="385"/>
                    </a:cubicBezTo>
                    <a:cubicBezTo>
                      <a:pt x="798" y="264"/>
                      <a:pt x="802" y="46"/>
                      <a:pt x="650" y="0"/>
                    </a:cubicBezTo>
                    <a:cubicBezTo>
                      <a:pt x="598" y="5"/>
                      <a:pt x="575" y="6"/>
                      <a:pt x="532" y="22"/>
                    </a:cubicBezTo>
                    <a:cubicBezTo>
                      <a:pt x="516" y="46"/>
                      <a:pt x="526" y="44"/>
                      <a:pt x="510" y="44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kumimoji="1" lang="zh-CN" altLang="en-US">
                  <a:solidFill>
                    <a:prstClr val="black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sp>
          <p:nvSpPr>
            <p:cNvPr id="73829" name="Line 102"/>
            <p:cNvSpPr>
              <a:spLocks noChangeShapeType="1"/>
            </p:cNvSpPr>
            <p:nvPr/>
          </p:nvSpPr>
          <p:spPr bwMode="auto">
            <a:xfrm flipH="1">
              <a:off x="2784" y="3264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kumimoji="1" lang="zh-CN" altLang="en-US">
                <a:solidFill>
                  <a:prstClr val="black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</p:grpSp>
      <p:sp>
        <p:nvSpPr>
          <p:cNvPr id="73737" name="Rectangle 103"/>
          <p:cNvSpPr>
            <a:spLocks noChangeArrowheads="1"/>
          </p:cNvSpPr>
          <p:nvPr/>
        </p:nvSpPr>
        <p:spPr bwMode="auto">
          <a:xfrm>
            <a:off x="101600" y="1736725"/>
            <a:ext cx="2222500" cy="1658938"/>
          </a:xfrm>
          <a:prstGeom prst="rect">
            <a:avLst/>
          </a:prstGeom>
          <a:solidFill>
            <a:srgbClr val="FFFFFF"/>
          </a:solidFill>
          <a:ln w="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ß"/>
              <a:defRPr sz="3200">
                <a:solidFill>
                  <a:schemeClr val="tx1"/>
                </a:solidFill>
                <a:latin typeface="Franklin Gothic Book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Þ"/>
              <a:defRPr sz="2800">
                <a:solidFill>
                  <a:schemeClr val="tx1"/>
                </a:solidFill>
                <a:latin typeface="Franklin Gothic Book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"/>
              <a:defRPr sz="2400">
                <a:solidFill>
                  <a:schemeClr val="tx1"/>
                </a:solidFill>
                <a:latin typeface="Franklin Gothic Book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"/>
              <a:defRPr sz="2000">
                <a:solidFill>
                  <a:schemeClr val="tx1"/>
                </a:solidFill>
                <a:latin typeface="Franklin Gothic Book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1" lang="zh-CN" altLang="en-US" sz="2400">
              <a:solidFill>
                <a:prstClr val="black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73738" name="Rectangle 104"/>
          <p:cNvSpPr>
            <a:spLocks noChangeArrowheads="1"/>
          </p:cNvSpPr>
          <p:nvPr/>
        </p:nvSpPr>
        <p:spPr bwMode="auto">
          <a:xfrm>
            <a:off x="314325" y="1854200"/>
            <a:ext cx="1906588" cy="13398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ß"/>
              <a:defRPr sz="3200">
                <a:solidFill>
                  <a:schemeClr val="tx1"/>
                </a:solidFill>
                <a:latin typeface="Franklin Gothic Book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Þ"/>
              <a:defRPr sz="2800">
                <a:solidFill>
                  <a:schemeClr val="tx1"/>
                </a:solidFill>
                <a:latin typeface="Franklin Gothic Book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"/>
              <a:defRPr sz="2400">
                <a:solidFill>
                  <a:schemeClr val="tx1"/>
                </a:solidFill>
                <a:latin typeface="Franklin Gothic Book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"/>
              <a:defRPr sz="2000">
                <a:solidFill>
                  <a:schemeClr val="tx1"/>
                </a:solidFill>
                <a:latin typeface="Franklin Gothic Book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1" lang="zh-CN" altLang="en-US" sz="2400">
              <a:solidFill>
                <a:prstClr val="black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73739" name="Line 105"/>
          <p:cNvSpPr>
            <a:spLocks noChangeShapeType="1"/>
          </p:cNvSpPr>
          <p:nvPr/>
        </p:nvSpPr>
        <p:spPr bwMode="auto">
          <a:xfrm>
            <a:off x="314325" y="3059113"/>
            <a:ext cx="1906588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kumimoji="1" lang="zh-CN" altLang="en-US">
              <a:solidFill>
                <a:prstClr val="black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73740" name="Line 106"/>
          <p:cNvSpPr>
            <a:spLocks noChangeShapeType="1"/>
          </p:cNvSpPr>
          <p:nvPr/>
        </p:nvSpPr>
        <p:spPr bwMode="auto">
          <a:xfrm>
            <a:off x="314325" y="2924175"/>
            <a:ext cx="1906588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kumimoji="1" lang="zh-CN" altLang="en-US">
              <a:solidFill>
                <a:prstClr val="black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73741" name="Line 107"/>
          <p:cNvSpPr>
            <a:spLocks noChangeShapeType="1"/>
          </p:cNvSpPr>
          <p:nvPr/>
        </p:nvSpPr>
        <p:spPr bwMode="auto">
          <a:xfrm>
            <a:off x="314325" y="2790825"/>
            <a:ext cx="1906588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kumimoji="1" lang="zh-CN" altLang="en-US">
              <a:solidFill>
                <a:prstClr val="black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73742" name="Line 108"/>
          <p:cNvSpPr>
            <a:spLocks noChangeShapeType="1"/>
          </p:cNvSpPr>
          <p:nvPr/>
        </p:nvSpPr>
        <p:spPr bwMode="auto">
          <a:xfrm>
            <a:off x="314325" y="2655888"/>
            <a:ext cx="1906588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kumimoji="1" lang="zh-CN" altLang="en-US">
              <a:solidFill>
                <a:prstClr val="black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73743" name="Line 109"/>
          <p:cNvSpPr>
            <a:spLocks noChangeShapeType="1"/>
          </p:cNvSpPr>
          <p:nvPr/>
        </p:nvSpPr>
        <p:spPr bwMode="auto">
          <a:xfrm>
            <a:off x="314325" y="2520950"/>
            <a:ext cx="1906588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kumimoji="1" lang="zh-CN" altLang="en-US">
              <a:solidFill>
                <a:prstClr val="black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73744" name="Line 110"/>
          <p:cNvSpPr>
            <a:spLocks noChangeShapeType="1"/>
          </p:cNvSpPr>
          <p:nvPr/>
        </p:nvSpPr>
        <p:spPr bwMode="auto">
          <a:xfrm>
            <a:off x="314325" y="2392363"/>
            <a:ext cx="1906588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kumimoji="1" lang="zh-CN" altLang="en-US">
              <a:solidFill>
                <a:prstClr val="black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73745" name="Line 111"/>
          <p:cNvSpPr>
            <a:spLocks noChangeShapeType="1"/>
          </p:cNvSpPr>
          <p:nvPr/>
        </p:nvSpPr>
        <p:spPr bwMode="auto">
          <a:xfrm>
            <a:off x="314325" y="2257425"/>
            <a:ext cx="1906588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kumimoji="1" lang="zh-CN" altLang="en-US">
              <a:solidFill>
                <a:prstClr val="black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73746" name="Line 112"/>
          <p:cNvSpPr>
            <a:spLocks noChangeShapeType="1"/>
          </p:cNvSpPr>
          <p:nvPr/>
        </p:nvSpPr>
        <p:spPr bwMode="auto">
          <a:xfrm>
            <a:off x="314325" y="2124075"/>
            <a:ext cx="1906588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kumimoji="1" lang="zh-CN" altLang="en-US">
              <a:solidFill>
                <a:prstClr val="black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73747" name="Line 113"/>
          <p:cNvSpPr>
            <a:spLocks noChangeShapeType="1"/>
          </p:cNvSpPr>
          <p:nvPr/>
        </p:nvSpPr>
        <p:spPr bwMode="auto">
          <a:xfrm>
            <a:off x="314325" y="1989138"/>
            <a:ext cx="1906588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kumimoji="1" lang="zh-CN" altLang="en-US">
              <a:solidFill>
                <a:prstClr val="black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73748" name="Line 114"/>
          <p:cNvSpPr>
            <a:spLocks noChangeShapeType="1"/>
          </p:cNvSpPr>
          <p:nvPr/>
        </p:nvSpPr>
        <p:spPr bwMode="auto">
          <a:xfrm>
            <a:off x="314325" y="1854200"/>
            <a:ext cx="1906588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kumimoji="1" lang="zh-CN" altLang="en-US">
              <a:solidFill>
                <a:prstClr val="black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73749" name="Line 115"/>
          <p:cNvSpPr>
            <a:spLocks noChangeShapeType="1"/>
          </p:cNvSpPr>
          <p:nvPr/>
        </p:nvSpPr>
        <p:spPr bwMode="auto">
          <a:xfrm>
            <a:off x="506413" y="1854200"/>
            <a:ext cx="1587" cy="133985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kumimoji="1" lang="zh-CN" altLang="en-US">
              <a:solidFill>
                <a:prstClr val="black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73750" name="Line 116"/>
          <p:cNvSpPr>
            <a:spLocks noChangeShapeType="1"/>
          </p:cNvSpPr>
          <p:nvPr/>
        </p:nvSpPr>
        <p:spPr bwMode="auto">
          <a:xfrm>
            <a:off x="692150" y="1854200"/>
            <a:ext cx="1588" cy="133985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kumimoji="1" lang="zh-CN" altLang="en-US">
              <a:solidFill>
                <a:prstClr val="black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73751" name="Line 117"/>
          <p:cNvSpPr>
            <a:spLocks noChangeShapeType="1"/>
          </p:cNvSpPr>
          <p:nvPr/>
        </p:nvSpPr>
        <p:spPr bwMode="auto">
          <a:xfrm>
            <a:off x="885825" y="1854200"/>
            <a:ext cx="1588" cy="133985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kumimoji="1" lang="zh-CN" altLang="en-US">
              <a:solidFill>
                <a:prstClr val="black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73752" name="Line 118"/>
          <p:cNvSpPr>
            <a:spLocks noChangeShapeType="1"/>
          </p:cNvSpPr>
          <p:nvPr/>
        </p:nvSpPr>
        <p:spPr bwMode="auto">
          <a:xfrm>
            <a:off x="1077913" y="1854200"/>
            <a:ext cx="1587" cy="133985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kumimoji="1" lang="zh-CN" altLang="en-US">
              <a:solidFill>
                <a:prstClr val="black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73753" name="Line 119"/>
          <p:cNvSpPr>
            <a:spLocks noChangeShapeType="1"/>
          </p:cNvSpPr>
          <p:nvPr/>
        </p:nvSpPr>
        <p:spPr bwMode="auto">
          <a:xfrm>
            <a:off x="1270000" y="1854200"/>
            <a:ext cx="1588" cy="133985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kumimoji="1" lang="zh-CN" altLang="en-US">
              <a:solidFill>
                <a:prstClr val="black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73754" name="Line 120"/>
          <p:cNvSpPr>
            <a:spLocks noChangeShapeType="1"/>
          </p:cNvSpPr>
          <p:nvPr/>
        </p:nvSpPr>
        <p:spPr bwMode="auto">
          <a:xfrm>
            <a:off x="1457325" y="1854200"/>
            <a:ext cx="1588" cy="133985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kumimoji="1" lang="zh-CN" altLang="en-US">
              <a:solidFill>
                <a:prstClr val="black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73755" name="Line 121"/>
          <p:cNvSpPr>
            <a:spLocks noChangeShapeType="1"/>
          </p:cNvSpPr>
          <p:nvPr/>
        </p:nvSpPr>
        <p:spPr bwMode="auto">
          <a:xfrm>
            <a:off x="1649413" y="1854200"/>
            <a:ext cx="1587" cy="133985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kumimoji="1" lang="zh-CN" altLang="en-US">
              <a:solidFill>
                <a:prstClr val="black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73756" name="Line 122"/>
          <p:cNvSpPr>
            <a:spLocks noChangeShapeType="1"/>
          </p:cNvSpPr>
          <p:nvPr/>
        </p:nvSpPr>
        <p:spPr bwMode="auto">
          <a:xfrm>
            <a:off x="1841500" y="1854200"/>
            <a:ext cx="1588" cy="133985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kumimoji="1" lang="zh-CN" altLang="en-US">
              <a:solidFill>
                <a:prstClr val="black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73757" name="Line 123"/>
          <p:cNvSpPr>
            <a:spLocks noChangeShapeType="1"/>
          </p:cNvSpPr>
          <p:nvPr/>
        </p:nvSpPr>
        <p:spPr bwMode="auto">
          <a:xfrm>
            <a:off x="2028825" y="1854200"/>
            <a:ext cx="1588" cy="133985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kumimoji="1" lang="zh-CN" altLang="en-US">
              <a:solidFill>
                <a:prstClr val="black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73758" name="Line 124"/>
          <p:cNvSpPr>
            <a:spLocks noChangeShapeType="1"/>
          </p:cNvSpPr>
          <p:nvPr/>
        </p:nvSpPr>
        <p:spPr bwMode="auto">
          <a:xfrm>
            <a:off x="2220913" y="1854200"/>
            <a:ext cx="1587" cy="133985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kumimoji="1" lang="zh-CN" altLang="en-US">
              <a:solidFill>
                <a:prstClr val="black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73759" name="Rectangle 125"/>
          <p:cNvSpPr>
            <a:spLocks noChangeArrowheads="1"/>
          </p:cNvSpPr>
          <p:nvPr/>
        </p:nvSpPr>
        <p:spPr bwMode="auto">
          <a:xfrm>
            <a:off x="314325" y="1854200"/>
            <a:ext cx="1906588" cy="1339850"/>
          </a:xfrm>
          <a:prstGeom prst="rect">
            <a:avLst/>
          </a:prstGeom>
          <a:noFill/>
          <a:ln w="63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ß"/>
              <a:defRPr sz="3200">
                <a:solidFill>
                  <a:schemeClr val="tx1"/>
                </a:solidFill>
                <a:latin typeface="Franklin Gothic Book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Þ"/>
              <a:defRPr sz="2800">
                <a:solidFill>
                  <a:schemeClr val="tx1"/>
                </a:solidFill>
                <a:latin typeface="Franklin Gothic Book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"/>
              <a:defRPr sz="2400">
                <a:solidFill>
                  <a:schemeClr val="tx1"/>
                </a:solidFill>
                <a:latin typeface="Franklin Gothic Book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"/>
              <a:defRPr sz="2000">
                <a:solidFill>
                  <a:schemeClr val="tx1"/>
                </a:solidFill>
                <a:latin typeface="Franklin Gothic Book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1" lang="zh-CN" altLang="en-US" sz="2400">
              <a:solidFill>
                <a:prstClr val="black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73760" name="Line 126"/>
          <p:cNvSpPr>
            <a:spLocks noChangeShapeType="1"/>
          </p:cNvSpPr>
          <p:nvPr/>
        </p:nvSpPr>
        <p:spPr bwMode="auto">
          <a:xfrm>
            <a:off x="314325" y="1854200"/>
            <a:ext cx="1588" cy="133985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kumimoji="1" lang="zh-CN" altLang="en-US">
              <a:solidFill>
                <a:prstClr val="black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73761" name="Line 127"/>
          <p:cNvSpPr>
            <a:spLocks noChangeShapeType="1"/>
          </p:cNvSpPr>
          <p:nvPr/>
        </p:nvSpPr>
        <p:spPr bwMode="auto">
          <a:xfrm>
            <a:off x="295275" y="3194050"/>
            <a:ext cx="19050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kumimoji="1" lang="zh-CN" altLang="en-US">
              <a:solidFill>
                <a:prstClr val="black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73762" name="Line 128"/>
          <p:cNvSpPr>
            <a:spLocks noChangeShapeType="1"/>
          </p:cNvSpPr>
          <p:nvPr/>
        </p:nvSpPr>
        <p:spPr bwMode="auto">
          <a:xfrm>
            <a:off x="295275" y="3059113"/>
            <a:ext cx="19050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kumimoji="1" lang="zh-CN" altLang="en-US">
              <a:solidFill>
                <a:prstClr val="black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73763" name="Line 129"/>
          <p:cNvSpPr>
            <a:spLocks noChangeShapeType="1"/>
          </p:cNvSpPr>
          <p:nvPr/>
        </p:nvSpPr>
        <p:spPr bwMode="auto">
          <a:xfrm>
            <a:off x="295275" y="2924175"/>
            <a:ext cx="19050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kumimoji="1" lang="zh-CN" altLang="en-US">
              <a:solidFill>
                <a:prstClr val="black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73764" name="Line 130"/>
          <p:cNvSpPr>
            <a:spLocks noChangeShapeType="1"/>
          </p:cNvSpPr>
          <p:nvPr/>
        </p:nvSpPr>
        <p:spPr bwMode="auto">
          <a:xfrm>
            <a:off x="295275" y="2790825"/>
            <a:ext cx="19050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kumimoji="1" lang="zh-CN" altLang="en-US">
              <a:solidFill>
                <a:prstClr val="black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73765" name="Line 131"/>
          <p:cNvSpPr>
            <a:spLocks noChangeShapeType="1"/>
          </p:cNvSpPr>
          <p:nvPr/>
        </p:nvSpPr>
        <p:spPr bwMode="auto">
          <a:xfrm>
            <a:off x="295275" y="2655888"/>
            <a:ext cx="19050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kumimoji="1" lang="zh-CN" altLang="en-US">
              <a:solidFill>
                <a:prstClr val="black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73766" name="Line 132"/>
          <p:cNvSpPr>
            <a:spLocks noChangeShapeType="1"/>
          </p:cNvSpPr>
          <p:nvPr/>
        </p:nvSpPr>
        <p:spPr bwMode="auto">
          <a:xfrm>
            <a:off x="295275" y="2520950"/>
            <a:ext cx="19050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kumimoji="1" lang="zh-CN" altLang="en-US">
              <a:solidFill>
                <a:prstClr val="black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73767" name="Line 133"/>
          <p:cNvSpPr>
            <a:spLocks noChangeShapeType="1"/>
          </p:cNvSpPr>
          <p:nvPr/>
        </p:nvSpPr>
        <p:spPr bwMode="auto">
          <a:xfrm>
            <a:off x="295275" y="2392363"/>
            <a:ext cx="19050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kumimoji="1" lang="zh-CN" altLang="en-US">
              <a:solidFill>
                <a:prstClr val="black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73768" name="Line 134"/>
          <p:cNvSpPr>
            <a:spLocks noChangeShapeType="1"/>
          </p:cNvSpPr>
          <p:nvPr/>
        </p:nvSpPr>
        <p:spPr bwMode="auto">
          <a:xfrm>
            <a:off x="295275" y="2257425"/>
            <a:ext cx="19050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kumimoji="1" lang="zh-CN" altLang="en-US">
              <a:solidFill>
                <a:prstClr val="black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73769" name="Line 135"/>
          <p:cNvSpPr>
            <a:spLocks noChangeShapeType="1"/>
          </p:cNvSpPr>
          <p:nvPr/>
        </p:nvSpPr>
        <p:spPr bwMode="auto">
          <a:xfrm>
            <a:off x="295275" y="2124075"/>
            <a:ext cx="19050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kumimoji="1" lang="zh-CN" altLang="en-US">
              <a:solidFill>
                <a:prstClr val="black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73770" name="Line 136"/>
          <p:cNvSpPr>
            <a:spLocks noChangeShapeType="1"/>
          </p:cNvSpPr>
          <p:nvPr/>
        </p:nvSpPr>
        <p:spPr bwMode="auto">
          <a:xfrm>
            <a:off x="295275" y="1989138"/>
            <a:ext cx="19050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kumimoji="1" lang="zh-CN" altLang="en-US">
              <a:solidFill>
                <a:prstClr val="black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73771" name="Line 137"/>
          <p:cNvSpPr>
            <a:spLocks noChangeShapeType="1"/>
          </p:cNvSpPr>
          <p:nvPr/>
        </p:nvSpPr>
        <p:spPr bwMode="auto">
          <a:xfrm>
            <a:off x="295275" y="1854200"/>
            <a:ext cx="19050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kumimoji="1" lang="zh-CN" altLang="en-US">
              <a:solidFill>
                <a:prstClr val="black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73772" name="Line 138"/>
          <p:cNvSpPr>
            <a:spLocks noChangeShapeType="1"/>
          </p:cNvSpPr>
          <p:nvPr/>
        </p:nvSpPr>
        <p:spPr bwMode="auto">
          <a:xfrm>
            <a:off x="314325" y="3194050"/>
            <a:ext cx="1906588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kumimoji="1" lang="zh-CN" altLang="en-US">
              <a:solidFill>
                <a:prstClr val="black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73773" name="Line 139"/>
          <p:cNvSpPr>
            <a:spLocks noChangeShapeType="1"/>
          </p:cNvSpPr>
          <p:nvPr/>
        </p:nvSpPr>
        <p:spPr bwMode="auto">
          <a:xfrm flipV="1">
            <a:off x="314325" y="3194050"/>
            <a:ext cx="1588" cy="1587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kumimoji="1" lang="zh-CN" altLang="en-US">
              <a:solidFill>
                <a:prstClr val="black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73774" name="Line 140"/>
          <p:cNvSpPr>
            <a:spLocks noChangeShapeType="1"/>
          </p:cNvSpPr>
          <p:nvPr/>
        </p:nvSpPr>
        <p:spPr bwMode="auto">
          <a:xfrm flipV="1">
            <a:off x="506413" y="3194050"/>
            <a:ext cx="1587" cy="1587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kumimoji="1" lang="zh-CN" altLang="en-US">
              <a:solidFill>
                <a:prstClr val="black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73775" name="Line 141"/>
          <p:cNvSpPr>
            <a:spLocks noChangeShapeType="1"/>
          </p:cNvSpPr>
          <p:nvPr/>
        </p:nvSpPr>
        <p:spPr bwMode="auto">
          <a:xfrm flipV="1">
            <a:off x="692150" y="3194050"/>
            <a:ext cx="1588" cy="1587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kumimoji="1" lang="zh-CN" altLang="en-US">
              <a:solidFill>
                <a:prstClr val="black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73776" name="Line 142"/>
          <p:cNvSpPr>
            <a:spLocks noChangeShapeType="1"/>
          </p:cNvSpPr>
          <p:nvPr/>
        </p:nvSpPr>
        <p:spPr bwMode="auto">
          <a:xfrm flipV="1">
            <a:off x="885825" y="3194050"/>
            <a:ext cx="1588" cy="1587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kumimoji="1" lang="zh-CN" altLang="en-US">
              <a:solidFill>
                <a:prstClr val="black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73777" name="Line 143"/>
          <p:cNvSpPr>
            <a:spLocks noChangeShapeType="1"/>
          </p:cNvSpPr>
          <p:nvPr/>
        </p:nvSpPr>
        <p:spPr bwMode="auto">
          <a:xfrm flipV="1">
            <a:off x="1077913" y="3194050"/>
            <a:ext cx="1587" cy="1587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kumimoji="1" lang="zh-CN" altLang="en-US">
              <a:solidFill>
                <a:prstClr val="black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73778" name="Line 144"/>
          <p:cNvSpPr>
            <a:spLocks noChangeShapeType="1"/>
          </p:cNvSpPr>
          <p:nvPr/>
        </p:nvSpPr>
        <p:spPr bwMode="auto">
          <a:xfrm flipV="1">
            <a:off x="1270000" y="3194050"/>
            <a:ext cx="1588" cy="1587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kumimoji="1" lang="zh-CN" altLang="en-US">
              <a:solidFill>
                <a:prstClr val="black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73779" name="Line 145"/>
          <p:cNvSpPr>
            <a:spLocks noChangeShapeType="1"/>
          </p:cNvSpPr>
          <p:nvPr/>
        </p:nvSpPr>
        <p:spPr bwMode="auto">
          <a:xfrm flipV="1">
            <a:off x="1457325" y="3194050"/>
            <a:ext cx="1588" cy="1587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kumimoji="1" lang="zh-CN" altLang="en-US">
              <a:solidFill>
                <a:prstClr val="black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73780" name="Line 146"/>
          <p:cNvSpPr>
            <a:spLocks noChangeShapeType="1"/>
          </p:cNvSpPr>
          <p:nvPr/>
        </p:nvSpPr>
        <p:spPr bwMode="auto">
          <a:xfrm flipV="1">
            <a:off x="1649413" y="3194050"/>
            <a:ext cx="1587" cy="1587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kumimoji="1" lang="zh-CN" altLang="en-US">
              <a:solidFill>
                <a:prstClr val="black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73781" name="Line 147"/>
          <p:cNvSpPr>
            <a:spLocks noChangeShapeType="1"/>
          </p:cNvSpPr>
          <p:nvPr/>
        </p:nvSpPr>
        <p:spPr bwMode="auto">
          <a:xfrm flipV="1">
            <a:off x="1841500" y="3194050"/>
            <a:ext cx="1588" cy="1587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kumimoji="1" lang="zh-CN" altLang="en-US">
              <a:solidFill>
                <a:prstClr val="black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73782" name="Line 148"/>
          <p:cNvSpPr>
            <a:spLocks noChangeShapeType="1"/>
          </p:cNvSpPr>
          <p:nvPr/>
        </p:nvSpPr>
        <p:spPr bwMode="auto">
          <a:xfrm flipV="1">
            <a:off x="2028825" y="3194050"/>
            <a:ext cx="1588" cy="1587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kumimoji="1" lang="zh-CN" altLang="en-US">
              <a:solidFill>
                <a:prstClr val="black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73783" name="Line 149"/>
          <p:cNvSpPr>
            <a:spLocks noChangeShapeType="1"/>
          </p:cNvSpPr>
          <p:nvPr/>
        </p:nvSpPr>
        <p:spPr bwMode="auto">
          <a:xfrm flipV="1">
            <a:off x="2220913" y="3194050"/>
            <a:ext cx="1587" cy="1587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kumimoji="1" lang="zh-CN" altLang="en-US">
              <a:solidFill>
                <a:prstClr val="black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73784" name="Freeform 150"/>
          <p:cNvSpPr>
            <a:spLocks/>
          </p:cNvSpPr>
          <p:nvPr/>
        </p:nvSpPr>
        <p:spPr bwMode="auto">
          <a:xfrm>
            <a:off x="839788" y="2352675"/>
            <a:ext cx="90487" cy="79375"/>
          </a:xfrm>
          <a:custGeom>
            <a:avLst/>
            <a:gdLst>
              <a:gd name="T0" fmla="*/ 2147483647 w 57"/>
              <a:gd name="T1" fmla="*/ 0 h 59"/>
              <a:gd name="T2" fmla="*/ 2147483647 w 57"/>
              <a:gd name="T3" fmla="*/ 2147483647 h 59"/>
              <a:gd name="T4" fmla="*/ 2147483647 w 57"/>
              <a:gd name="T5" fmla="*/ 2147483647 h 59"/>
              <a:gd name="T6" fmla="*/ 0 w 57"/>
              <a:gd name="T7" fmla="*/ 2147483647 h 59"/>
              <a:gd name="T8" fmla="*/ 2147483647 w 57"/>
              <a:gd name="T9" fmla="*/ 0 h 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7" h="59">
                <a:moveTo>
                  <a:pt x="29" y="0"/>
                </a:moveTo>
                <a:lnTo>
                  <a:pt x="57" y="29"/>
                </a:lnTo>
                <a:lnTo>
                  <a:pt x="29" y="59"/>
                </a:lnTo>
                <a:lnTo>
                  <a:pt x="0" y="29"/>
                </a:lnTo>
                <a:lnTo>
                  <a:pt x="29" y="0"/>
                </a:lnTo>
                <a:close/>
              </a:path>
            </a:pathLst>
          </a:custGeom>
          <a:solidFill>
            <a:srgbClr val="00FFFF"/>
          </a:solidFill>
          <a:ln w="6350">
            <a:solidFill>
              <a:srgbClr val="00008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kumimoji="1" lang="zh-CN" altLang="en-US">
              <a:solidFill>
                <a:prstClr val="black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73785" name="Freeform 151"/>
          <p:cNvSpPr>
            <a:spLocks/>
          </p:cNvSpPr>
          <p:nvPr/>
        </p:nvSpPr>
        <p:spPr bwMode="auto">
          <a:xfrm>
            <a:off x="1604963" y="2751138"/>
            <a:ext cx="88900" cy="77787"/>
          </a:xfrm>
          <a:custGeom>
            <a:avLst/>
            <a:gdLst>
              <a:gd name="T0" fmla="*/ 2147483647 w 56"/>
              <a:gd name="T1" fmla="*/ 0 h 59"/>
              <a:gd name="T2" fmla="*/ 2147483647 w 56"/>
              <a:gd name="T3" fmla="*/ 2147483647 h 59"/>
              <a:gd name="T4" fmla="*/ 2147483647 w 56"/>
              <a:gd name="T5" fmla="*/ 2147483647 h 59"/>
              <a:gd name="T6" fmla="*/ 0 w 56"/>
              <a:gd name="T7" fmla="*/ 2147483647 h 59"/>
              <a:gd name="T8" fmla="*/ 2147483647 w 56"/>
              <a:gd name="T9" fmla="*/ 0 h 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6" h="59">
                <a:moveTo>
                  <a:pt x="28" y="0"/>
                </a:moveTo>
                <a:lnTo>
                  <a:pt x="56" y="29"/>
                </a:lnTo>
                <a:lnTo>
                  <a:pt x="28" y="59"/>
                </a:lnTo>
                <a:lnTo>
                  <a:pt x="0" y="29"/>
                </a:lnTo>
                <a:lnTo>
                  <a:pt x="28" y="0"/>
                </a:lnTo>
                <a:close/>
              </a:path>
            </a:pathLst>
          </a:custGeom>
          <a:solidFill>
            <a:srgbClr val="000080"/>
          </a:solidFill>
          <a:ln w="6350">
            <a:solidFill>
              <a:srgbClr val="00008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kumimoji="1" lang="zh-CN" altLang="en-US">
              <a:solidFill>
                <a:prstClr val="black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73786" name="Freeform 152"/>
          <p:cNvSpPr>
            <a:spLocks/>
          </p:cNvSpPr>
          <p:nvPr/>
        </p:nvSpPr>
        <p:spPr bwMode="auto">
          <a:xfrm>
            <a:off x="1033463" y="2219325"/>
            <a:ext cx="88900" cy="77788"/>
          </a:xfrm>
          <a:custGeom>
            <a:avLst/>
            <a:gdLst>
              <a:gd name="T0" fmla="*/ 2147483647 w 56"/>
              <a:gd name="T1" fmla="*/ 0 h 59"/>
              <a:gd name="T2" fmla="*/ 2147483647 w 56"/>
              <a:gd name="T3" fmla="*/ 2147483647 h 59"/>
              <a:gd name="T4" fmla="*/ 2147483647 w 56"/>
              <a:gd name="T5" fmla="*/ 2147483647 h 59"/>
              <a:gd name="T6" fmla="*/ 0 w 56"/>
              <a:gd name="T7" fmla="*/ 2147483647 h 59"/>
              <a:gd name="T8" fmla="*/ 2147483647 w 56"/>
              <a:gd name="T9" fmla="*/ 0 h 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6" h="59">
                <a:moveTo>
                  <a:pt x="28" y="0"/>
                </a:moveTo>
                <a:lnTo>
                  <a:pt x="56" y="30"/>
                </a:lnTo>
                <a:lnTo>
                  <a:pt x="28" y="59"/>
                </a:lnTo>
                <a:lnTo>
                  <a:pt x="0" y="30"/>
                </a:lnTo>
                <a:lnTo>
                  <a:pt x="28" y="0"/>
                </a:lnTo>
                <a:close/>
              </a:path>
            </a:pathLst>
          </a:custGeom>
          <a:solidFill>
            <a:srgbClr val="00FFFF"/>
          </a:solidFill>
          <a:ln w="6350">
            <a:solidFill>
              <a:srgbClr val="00008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kumimoji="1" lang="zh-CN" altLang="en-US">
              <a:solidFill>
                <a:prstClr val="black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73787" name="Freeform 153"/>
          <p:cNvSpPr>
            <a:spLocks/>
          </p:cNvSpPr>
          <p:nvPr/>
        </p:nvSpPr>
        <p:spPr bwMode="auto">
          <a:xfrm>
            <a:off x="839788" y="2084388"/>
            <a:ext cx="90487" cy="77787"/>
          </a:xfrm>
          <a:custGeom>
            <a:avLst/>
            <a:gdLst>
              <a:gd name="T0" fmla="*/ 2147483647 w 57"/>
              <a:gd name="T1" fmla="*/ 0 h 59"/>
              <a:gd name="T2" fmla="*/ 2147483647 w 57"/>
              <a:gd name="T3" fmla="*/ 2147483647 h 59"/>
              <a:gd name="T4" fmla="*/ 2147483647 w 57"/>
              <a:gd name="T5" fmla="*/ 2147483647 h 59"/>
              <a:gd name="T6" fmla="*/ 0 w 57"/>
              <a:gd name="T7" fmla="*/ 2147483647 h 59"/>
              <a:gd name="T8" fmla="*/ 2147483647 w 57"/>
              <a:gd name="T9" fmla="*/ 0 h 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7" h="59">
                <a:moveTo>
                  <a:pt x="29" y="0"/>
                </a:moveTo>
                <a:lnTo>
                  <a:pt x="57" y="29"/>
                </a:lnTo>
                <a:lnTo>
                  <a:pt x="29" y="59"/>
                </a:lnTo>
                <a:lnTo>
                  <a:pt x="0" y="29"/>
                </a:lnTo>
                <a:lnTo>
                  <a:pt x="29" y="0"/>
                </a:lnTo>
                <a:close/>
              </a:path>
            </a:pathLst>
          </a:custGeom>
          <a:solidFill>
            <a:srgbClr val="00FFFF"/>
          </a:solidFill>
          <a:ln w="6350">
            <a:solidFill>
              <a:srgbClr val="00008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kumimoji="1" lang="zh-CN" altLang="en-US">
              <a:solidFill>
                <a:prstClr val="black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73788" name="Freeform 154"/>
          <p:cNvSpPr>
            <a:spLocks/>
          </p:cNvSpPr>
          <p:nvPr/>
        </p:nvSpPr>
        <p:spPr bwMode="auto">
          <a:xfrm>
            <a:off x="1797050" y="2487613"/>
            <a:ext cx="90488" cy="79375"/>
          </a:xfrm>
          <a:custGeom>
            <a:avLst/>
            <a:gdLst>
              <a:gd name="T0" fmla="*/ 2147483647 w 57"/>
              <a:gd name="T1" fmla="*/ 0 h 60"/>
              <a:gd name="T2" fmla="*/ 2147483647 w 57"/>
              <a:gd name="T3" fmla="*/ 2147483647 h 60"/>
              <a:gd name="T4" fmla="*/ 2147483647 w 57"/>
              <a:gd name="T5" fmla="*/ 2147483647 h 60"/>
              <a:gd name="T6" fmla="*/ 0 w 57"/>
              <a:gd name="T7" fmla="*/ 2147483647 h 60"/>
              <a:gd name="T8" fmla="*/ 2147483647 w 57"/>
              <a:gd name="T9" fmla="*/ 0 h 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7" h="60">
                <a:moveTo>
                  <a:pt x="28" y="0"/>
                </a:moveTo>
                <a:lnTo>
                  <a:pt x="57" y="30"/>
                </a:lnTo>
                <a:lnTo>
                  <a:pt x="28" y="60"/>
                </a:lnTo>
                <a:lnTo>
                  <a:pt x="0" y="30"/>
                </a:lnTo>
                <a:lnTo>
                  <a:pt x="28" y="0"/>
                </a:lnTo>
                <a:close/>
              </a:path>
            </a:pathLst>
          </a:custGeom>
          <a:solidFill>
            <a:srgbClr val="000080"/>
          </a:solidFill>
          <a:ln w="6350">
            <a:solidFill>
              <a:srgbClr val="00008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kumimoji="1" lang="zh-CN" altLang="en-US">
              <a:solidFill>
                <a:prstClr val="black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73789" name="Freeform 155"/>
          <p:cNvSpPr>
            <a:spLocks/>
          </p:cNvSpPr>
          <p:nvPr/>
        </p:nvSpPr>
        <p:spPr bwMode="auto">
          <a:xfrm>
            <a:off x="1033463" y="2487613"/>
            <a:ext cx="88900" cy="79375"/>
          </a:xfrm>
          <a:custGeom>
            <a:avLst/>
            <a:gdLst>
              <a:gd name="T0" fmla="*/ 2147483647 w 56"/>
              <a:gd name="T1" fmla="*/ 0 h 60"/>
              <a:gd name="T2" fmla="*/ 2147483647 w 56"/>
              <a:gd name="T3" fmla="*/ 2147483647 h 60"/>
              <a:gd name="T4" fmla="*/ 2147483647 w 56"/>
              <a:gd name="T5" fmla="*/ 2147483647 h 60"/>
              <a:gd name="T6" fmla="*/ 0 w 56"/>
              <a:gd name="T7" fmla="*/ 2147483647 h 60"/>
              <a:gd name="T8" fmla="*/ 2147483647 w 56"/>
              <a:gd name="T9" fmla="*/ 0 h 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6" h="60">
                <a:moveTo>
                  <a:pt x="28" y="0"/>
                </a:moveTo>
                <a:lnTo>
                  <a:pt x="56" y="30"/>
                </a:lnTo>
                <a:lnTo>
                  <a:pt x="28" y="60"/>
                </a:lnTo>
                <a:lnTo>
                  <a:pt x="0" y="30"/>
                </a:lnTo>
                <a:lnTo>
                  <a:pt x="28" y="0"/>
                </a:lnTo>
                <a:close/>
              </a:path>
            </a:pathLst>
          </a:custGeom>
          <a:solidFill>
            <a:srgbClr val="00FFFF"/>
          </a:solidFill>
          <a:ln w="6350">
            <a:solidFill>
              <a:srgbClr val="00008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kumimoji="1" lang="zh-CN" altLang="en-US">
              <a:solidFill>
                <a:prstClr val="black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73790" name="Freeform 156"/>
          <p:cNvSpPr>
            <a:spLocks/>
          </p:cNvSpPr>
          <p:nvPr/>
        </p:nvSpPr>
        <p:spPr bwMode="auto">
          <a:xfrm>
            <a:off x="1225550" y="3019425"/>
            <a:ext cx="90488" cy="79375"/>
          </a:xfrm>
          <a:custGeom>
            <a:avLst/>
            <a:gdLst>
              <a:gd name="T0" fmla="*/ 2147483647 w 57"/>
              <a:gd name="T1" fmla="*/ 0 h 59"/>
              <a:gd name="T2" fmla="*/ 2147483647 w 57"/>
              <a:gd name="T3" fmla="*/ 2147483647 h 59"/>
              <a:gd name="T4" fmla="*/ 2147483647 w 57"/>
              <a:gd name="T5" fmla="*/ 2147483647 h 59"/>
              <a:gd name="T6" fmla="*/ 0 w 57"/>
              <a:gd name="T7" fmla="*/ 2147483647 h 59"/>
              <a:gd name="T8" fmla="*/ 2147483647 w 57"/>
              <a:gd name="T9" fmla="*/ 0 h 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7" h="59">
                <a:moveTo>
                  <a:pt x="28" y="0"/>
                </a:moveTo>
                <a:lnTo>
                  <a:pt x="57" y="29"/>
                </a:lnTo>
                <a:lnTo>
                  <a:pt x="28" y="59"/>
                </a:lnTo>
                <a:lnTo>
                  <a:pt x="0" y="29"/>
                </a:lnTo>
                <a:lnTo>
                  <a:pt x="28" y="0"/>
                </a:lnTo>
                <a:close/>
              </a:path>
            </a:pathLst>
          </a:custGeom>
          <a:solidFill>
            <a:srgbClr val="00FFFF"/>
          </a:solidFill>
          <a:ln w="6350">
            <a:solidFill>
              <a:srgbClr val="00008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kumimoji="1" lang="zh-CN" altLang="en-US">
              <a:solidFill>
                <a:prstClr val="black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73791" name="Freeform 157"/>
          <p:cNvSpPr>
            <a:spLocks/>
          </p:cNvSpPr>
          <p:nvPr/>
        </p:nvSpPr>
        <p:spPr bwMode="auto">
          <a:xfrm>
            <a:off x="1225550" y="2487613"/>
            <a:ext cx="90488" cy="79375"/>
          </a:xfrm>
          <a:custGeom>
            <a:avLst/>
            <a:gdLst>
              <a:gd name="T0" fmla="*/ 2147483647 w 57"/>
              <a:gd name="T1" fmla="*/ 0 h 60"/>
              <a:gd name="T2" fmla="*/ 2147483647 w 57"/>
              <a:gd name="T3" fmla="*/ 2147483647 h 60"/>
              <a:gd name="T4" fmla="*/ 2147483647 w 57"/>
              <a:gd name="T5" fmla="*/ 2147483647 h 60"/>
              <a:gd name="T6" fmla="*/ 0 w 57"/>
              <a:gd name="T7" fmla="*/ 2147483647 h 60"/>
              <a:gd name="T8" fmla="*/ 2147483647 w 57"/>
              <a:gd name="T9" fmla="*/ 0 h 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7" h="60">
                <a:moveTo>
                  <a:pt x="28" y="0"/>
                </a:moveTo>
                <a:lnTo>
                  <a:pt x="57" y="30"/>
                </a:lnTo>
                <a:lnTo>
                  <a:pt x="28" y="60"/>
                </a:lnTo>
                <a:lnTo>
                  <a:pt x="0" y="30"/>
                </a:lnTo>
                <a:lnTo>
                  <a:pt x="28" y="0"/>
                </a:lnTo>
                <a:close/>
              </a:path>
            </a:pathLst>
          </a:custGeom>
          <a:solidFill>
            <a:srgbClr val="000080"/>
          </a:solidFill>
          <a:ln w="6350">
            <a:solidFill>
              <a:srgbClr val="00008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kumimoji="1" lang="zh-CN" altLang="en-US">
              <a:solidFill>
                <a:prstClr val="black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73792" name="Rectangle 158"/>
          <p:cNvSpPr>
            <a:spLocks noChangeArrowheads="1"/>
          </p:cNvSpPr>
          <p:nvPr/>
        </p:nvSpPr>
        <p:spPr bwMode="auto">
          <a:xfrm>
            <a:off x="223838" y="3154363"/>
            <a:ext cx="42862" cy="9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ß"/>
              <a:defRPr sz="3200">
                <a:solidFill>
                  <a:schemeClr val="tx1"/>
                </a:solidFill>
                <a:latin typeface="Franklin Gothic Book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Þ"/>
              <a:defRPr sz="2800">
                <a:solidFill>
                  <a:schemeClr val="tx1"/>
                </a:solidFill>
                <a:latin typeface="Franklin Gothic Book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"/>
              <a:defRPr sz="2400">
                <a:solidFill>
                  <a:schemeClr val="tx1"/>
                </a:solidFill>
                <a:latin typeface="Franklin Gothic Book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"/>
              <a:defRPr sz="2000">
                <a:solidFill>
                  <a:schemeClr val="tx1"/>
                </a:solidFill>
                <a:latin typeface="Franklin Gothic Book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600">
                <a:solidFill>
                  <a:srgbClr val="000000"/>
                </a:solidFill>
                <a:latin typeface="Arial" pitchFamily="34" charset="0"/>
                <a:ea typeface="Gulim" pitchFamily="34" charset="-127"/>
              </a:rPr>
              <a:t>0</a:t>
            </a:r>
            <a:endParaRPr lang="ko-KR" altLang="en-US" sz="2400">
              <a:solidFill>
                <a:prstClr val="black"/>
              </a:solidFill>
              <a:latin typeface="Tahoma" pitchFamily="34" charset="0"/>
              <a:ea typeface="Gulim" pitchFamily="34" charset="-127"/>
            </a:endParaRPr>
          </a:p>
        </p:txBody>
      </p:sp>
      <p:sp>
        <p:nvSpPr>
          <p:cNvPr id="73793" name="Rectangle 159"/>
          <p:cNvSpPr>
            <a:spLocks noChangeArrowheads="1"/>
          </p:cNvSpPr>
          <p:nvPr/>
        </p:nvSpPr>
        <p:spPr bwMode="auto">
          <a:xfrm>
            <a:off x="223838" y="3019425"/>
            <a:ext cx="42862" cy="9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ß"/>
              <a:defRPr sz="3200">
                <a:solidFill>
                  <a:schemeClr val="tx1"/>
                </a:solidFill>
                <a:latin typeface="Franklin Gothic Book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Þ"/>
              <a:defRPr sz="2800">
                <a:solidFill>
                  <a:schemeClr val="tx1"/>
                </a:solidFill>
                <a:latin typeface="Franklin Gothic Book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"/>
              <a:defRPr sz="2400">
                <a:solidFill>
                  <a:schemeClr val="tx1"/>
                </a:solidFill>
                <a:latin typeface="Franklin Gothic Book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"/>
              <a:defRPr sz="2000">
                <a:solidFill>
                  <a:schemeClr val="tx1"/>
                </a:solidFill>
                <a:latin typeface="Franklin Gothic Book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600">
                <a:solidFill>
                  <a:srgbClr val="000000"/>
                </a:solidFill>
                <a:latin typeface="Arial" pitchFamily="34" charset="0"/>
                <a:ea typeface="Gulim" pitchFamily="34" charset="-127"/>
              </a:rPr>
              <a:t>1</a:t>
            </a:r>
            <a:endParaRPr lang="ko-KR" altLang="en-US" sz="2400">
              <a:solidFill>
                <a:prstClr val="black"/>
              </a:solidFill>
              <a:latin typeface="Tahoma" pitchFamily="34" charset="0"/>
              <a:ea typeface="Gulim" pitchFamily="34" charset="-127"/>
            </a:endParaRPr>
          </a:p>
        </p:txBody>
      </p:sp>
      <p:sp>
        <p:nvSpPr>
          <p:cNvPr id="73794" name="Rectangle 160"/>
          <p:cNvSpPr>
            <a:spLocks noChangeArrowheads="1"/>
          </p:cNvSpPr>
          <p:nvPr/>
        </p:nvSpPr>
        <p:spPr bwMode="auto">
          <a:xfrm>
            <a:off x="223838" y="2886075"/>
            <a:ext cx="42862" cy="9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ß"/>
              <a:defRPr sz="3200">
                <a:solidFill>
                  <a:schemeClr val="tx1"/>
                </a:solidFill>
                <a:latin typeface="Franklin Gothic Book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Þ"/>
              <a:defRPr sz="2800">
                <a:solidFill>
                  <a:schemeClr val="tx1"/>
                </a:solidFill>
                <a:latin typeface="Franklin Gothic Book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"/>
              <a:defRPr sz="2400">
                <a:solidFill>
                  <a:schemeClr val="tx1"/>
                </a:solidFill>
                <a:latin typeface="Franklin Gothic Book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"/>
              <a:defRPr sz="2000">
                <a:solidFill>
                  <a:schemeClr val="tx1"/>
                </a:solidFill>
                <a:latin typeface="Franklin Gothic Book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600">
                <a:solidFill>
                  <a:srgbClr val="000000"/>
                </a:solidFill>
                <a:latin typeface="Arial" pitchFamily="34" charset="0"/>
                <a:ea typeface="Gulim" pitchFamily="34" charset="-127"/>
              </a:rPr>
              <a:t>2</a:t>
            </a:r>
            <a:endParaRPr lang="ko-KR" altLang="en-US" sz="2400">
              <a:solidFill>
                <a:prstClr val="black"/>
              </a:solidFill>
              <a:latin typeface="Tahoma" pitchFamily="34" charset="0"/>
              <a:ea typeface="Gulim" pitchFamily="34" charset="-127"/>
            </a:endParaRPr>
          </a:p>
        </p:txBody>
      </p:sp>
      <p:sp>
        <p:nvSpPr>
          <p:cNvPr id="73795" name="Rectangle 161"/>
          <p:cNvSpPr>
            <a:spLocks noChangeArrowheads="1"/>
          </p:cNvSpPr>
          <p:nvPr/>
        </p:nvSpPr>
        <p:spPr bwMode="auto">
          <a:xfrm>
            <a:off x="223838" y="2751138"/>
            <a:ext cx="42862" cy="9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ß"/>
              <a:defRPr sz="3200">
                <a:solidFill>
                  <a:schemeClr val="tx1"/>
                </a:solidFill>
                <a:latin typeface="Franklin Gothic Book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Þ"/>
              <a:defRPr sz="2800">
                <a:solidFill>
                  <a:schemeClr val="tx1"/>
                </a:solidFill>
                <a:latin typeface="Franklin Gothic Book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"/>
              <a:defRPr sz="2400">
                <a:solidFill>
                  <a:schemeClr val="tx1"/>
                </a:solidFill>
                <a:latin typeface="Franklin Gothic Book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"/>
              <a:defRPr sz="2000">
                <a:solidFill>
                  <a:schemeClr val="tx1"/>
                </a:solidFill>
                <a:latin typeface="Franklin Gothic Book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600">
                <a:solidFill>
                  <a:srgbClr val="000000"/>
                </a:solidFill>
                <a:latin typeface="Arial" pitchFamily="34" charset="0"/>
                <a:ea typeface="Gulim" pitchFamily="34" charset="-127"/>
              </a:rPr>
              <a:t>3</a:t>
            </a:r>
            <a:endParaRPr lang="ko-KR" altLang="en-US" sz="2400">
              <a:solidFill>
                <a:prstClr val="black"/>
              </a:solidFill>
              <a:latin typeface="Tahoma" pitchFamily="34" charset="0"/>
              <a:ea typeface="Gulim" pitchFamily="34" charset="-127"/>
            </a:endParaRPr>
          </a:p>
        </p:txBody>
      </p:sp>
      <p:sp>
        <p:nvSpPr>
          <p:cNvPr id="73796" name="Rectangle 162"/>
          <p:cNvSpPr>
            <a:spLocks noChangeArrowheads="1"/>
          </p:cNvSpPr>
          <p:nvPr/>
        </p:nvSpPr>
        <p:spPr bwMode="auto">
          <a:xfrm>
            <a:off x="223838" y="2616200"/>
            <a:ext cx="42862" cy="9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ß"/>
              <a:defRPr sz="3200">
                <a:solidFill>
                  <a:schemeClr val="tx1"/>
                </a:solidFill>
                <a:latin typeface="Franklin Gothic Book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Þ"/>
              <a:defRPr sz="2800">
                <a:solidFill>
                  <a:schemeClr val="tx1"/>
                </a:solidFill>
                <a:latin typeface="Franklin Gothic Book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"/>
              <a:defRPr sz="2400">
                <a:solidFill>
                  <a:schemeClr val="tx1"/>
                </a:solidFill>
                <a:latin typeface="Franklin Gothic Book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"/>
              <a:defRPr sz="2000">
                <a:solidFill>
                  <a:schemeClr val="tx1"/>
                </a:solidFill>
                <a:latin typeface="Franklin Gothic Book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600">
                <a:solidFill>
                  <a:srgbClr val="000000"/>
                </a:solidFill>
                <a:latin typeface="Arial" pitchFamily="34" charset="0"/>
                <a:ea typeface="Gulim" pitchFamily="34" charset="-127"/>
              </a:rPr>
              <a:t>4</a:t>
            </a:r>
            <a:endParaRPr lang="ko-KR" altLang="en-US" sz="2400">
              <a:solidFill>
                <a:prstClr val="black"/>
              </a:solidFill>
              <a:latin typeface="Tahoma" pitchFamily="34" charset="0"/>
              <a:ea typeface="Gulim" pitchFamily="34" charset="-127"/>
            </a:endParaRPr>
          </a:p>
        </p:txBody>
      </p:sp>
      <p:sp>
        <p:nvSpPr>
          <p:cNvPr id="73797" name="Rectangle 163"/>
          <p:cNvSpPr>
            <a:spLocks noChangeArrowheads="1"/>
          </p:cNvSpPr>
          <p:nvPr/>
        </p:nvSpPr>
        <p:spPr bwMode="auto">
          <a:xfrm>
            <a:off x="223838" y="2481263"/>
            <a:ext cx="42862" cy="9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ß"/>
              <a:defRPr sz="3200">
                <a:solidFill>
                  <a:schemeClr val="tx1"/>
                </a:solidFill>
                <a:latin typeface="Franklin Gothic Book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Þ"/>
              <a:defRPr sz="2800">
                <a:solidFill>
                  <a:schemeClr val="tx1"/>
                </a:solidFill>
                <a:latin typeface="Franklin Gothic Book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"/>
              <a:defRPr sz="2400">
                <a:solidFill>
                  <a:schemeClr val="tx1"/>
                </a:solidFill>
                <a:latin typeface="Franklin Gothic Book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"/>
              <a:defRPr sz="2000">
                <a:solidFill>
                  <a:schemeClr val="tx1"/>
                </a:solidFill>
                <a:latin typeface="Franklin Gothic Book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600">
                <a:solidFill>
                  <a:srgbClr val="000000"/>
                </a:solidFill>
                <a:latin typeface="Arial" pitchFamily="34" charset="0"/>
                <a:ea typeface="Gulim" pitchFamily="34" charset="-127"/>
              </a:rPr>
              <a:t>5</a:t>
            </a:r>
            <a:endParaRPr lang="ko-KR" altLang="en-US" sz="2400">
              <a:solidFill>
                <a:prstClr val="black"/>
              </a:solidFill>
              <a:latin typeface="Tahoma" pitchFamily="34" charset="0"/>
              <a:ea typeface="Gulim" pitchFamily="34" charset="-127"/>
            </a:endParaRPr>
          </a:p>
        </p:txBody>
      </p:sp>
      <p:sp>
        <p:nvSpPr>
          <p:cNvPr id="73798" name="Rectangle 164"/>
          <p:cNvSpPr>
            <a:spLocks noChangeArrowheads="1"/>
          </p:cNvSpPr>
          <p:nvPr/>
        </p:nvSpPr>
        <p:spPr bwMode="auto">
          <a:xfrm>
            <a:off x="223838" y="2352675"/>
            <a:ext cx="42862" cy="9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ß"/>
              <a:defRPr sz="3200">
                <a:solidFill>
                  <a:schemeClr val="tx1"/>
                </a:solidFill>
                <a:latin typeface="Franklin Gothic Book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Þ"/>
              <a:defRPr sz="2800">
                <a:solidFill>
                  <a:schemeClr val="tx1"/>
                </a:solidFill>
                <a:latin typeface="Franklin Gothic Book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"/>
              <a:defRPr sz="2400">
                <a:solidFill>
                  <a:schemeClr val="tx1"/>
                </a:solidFill>
                <a:latin typeface="Franklin Gothic Book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"/>
              <a:defRPr sz="2000">
                <a:solidFill>
                  <a:schemeClr val="tx1"/>
                </a:solidFill>
                <a:latin typeface="Franklin Gothic Book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600">
                <a:solidFill>
                  <a:srgbClr val="000000"/>
                </a:solidFill>
                <a:latin typeface="Arial" pitchFamily="34" charset="0"/>
                <a:ea typeface="Gulim" pitchFamily="34" charset="-127"/>
              </a:rPr>
              <a:t>6</a:t>
            </a:r>
            <a:endParaRPr lang="ko-KR" altLang="en-US" sz="2400">
              <a:solidFill>
                <a:prstClr val="black"/>
              </a:solidFill>
              <a:latin typeface="Tahoma" pitchFamily="34" charset="0"/>
              <a:ea typeface="Gulim" pitchFamily="34" charset="-127"/>
            </a:endParaRPr>
          </a:p>
        </p:txBody>
      </p:sp>
      <p:sp>
        <p:nvSpPr>
          <p:cNvPr id="73799" name="Rectangle 165"/>
          <p:cNvSpPr>
            <a:spLocks noChangeArrowheads="1"/>
          </p:cNvSpPr>
          <p:nvPr/>
        </p:nvSpPr>
        <p:spPr bwMode="auto">
          <a:xfrm>
            <a:off x="223838" y="2219325"/>
            <a:ext cx="42862" cy="9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ß"/>
              <a:defRPr sz="3200">
                <a:solidFill>
                  <a:schemeClr val="tx1"/>
                </a:solidFill>
                <a:latin typeface="Franklin Gothic Book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Þ"/>
              <a:defRPr sz="2800">
                <a:solidFill>
                  <a:schemeClr val="tx1"/>
                </a:solidFill>
                <a:latin typeface="Franklin Gothic Book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"/>
              <a:defRPr sz="2400">
                <a:solidFill>
                  <a:schemeClr val="tx1"/>
                </a:solidFill>
                <a:latin typeface="Franklin Gothic Book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"/>
              <a:defRPr sz="2000">
                <a:solidFill>
                  <a:schemeClr val="tx1"/>
                </a:solidFill>
                <a:latin typeface="Franklin Gothic Book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600">
                <a:solidFill>
                  <a:srgbClr val="000000"/>
                </a:solidFill>
                <a:latin typeface="Arial" pitchFamily="34" charset="0"/>
                <a:ea typeface="Gulim" pitchFamily="34" charset="-127"/>
              </a:rPr>
              <a:t>7</a:t>
            </a:r>
            <a:endParaRPr lang="ko-KR" altLang="en-US" sz="2400">
              <a:solidFill>
                <a:prstClr val="black"/>
              </a:solidFill>
              <a:latin typeface="Tahoma" pitchFamily="34" charset="0"/>
              <a:ea typeface="Gulim" pitchFamily="34" charset="-127"/>
            </a:endParaRPr>
          </a:p>
        </p:txBody>
      </p:sp>
      <p:sp>
        <p:nvSpPr>
          <p:cNvPr id="73800" name="Rectangle 166"/>
          <p:cNvSpPr>
            <a:spLocks noChangeArrowheads="1"/>
          </p:cNvSpPr>
          <p:nvPr/>
        </p:nvSpPr>
        <p:spPr bwMode="auto">
          <a:xfrm>
            <a:off x="223838" y="2084388"/>
            <a:ext cx="42862" cy="9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ß"/>
              <a:defRPr sz="3200">
                <a:solidFill>
                  <a:schemeClr val="tx1"/>
                </a:solidFill>
                <a:latin typeface="Franklin Gothic Book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Þ"/>
              <a:defRPr sz="2800">
                <a:solidFill>
                  <a:schemeClr val="tx1"/>
                </a:solidFill>
                <a:latin typeface="Franklin Gothic Book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"/>
              <a:defRPr sz="2400">
                <a:solidFill>
                  <a:schemeClr val="tx1"/>
                </a:solidFill>
                <a:latin typeface="Franklin Gothic Book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"/>
              <a:defRPr sz="2000">
                <a:solidFill>
                  <a:schemeClr val="tx1"/>
                </a:solidFill>
                <a:latin typeface="Franklin Gothic Book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600">
                <a:solidFill>
                  <a:srgbClr val="000000"/>
                </a:solidFill>
                <a:latin typeface="Arial" pitchFamily="34" charset="0"/>
                <a:ea typeface="Gulim" pitchFamily="34" charset="-127"/>
              </a:rPr>
              <a:t>8</a:t>
            </a:r>
            <a:endParaRPr lang="ko-KR" altLang="en-US" sz="2400">
              <a:solidFill>
                <a:prstClr val="black"/>
              </a:solidFill>
              <a:latin typeface="Tahoma" pitchFamily="34" charset="0"/>
              <a:ea typeface="Gulim" pitchFamily="34" charset="-127"/>
            </a:endParaRPr>
          </a:p>
        </p:txBody>
      </p:sp>
      <p:sp>
        <p:nvSpPr>
          <p:cNvPr id="73801" name="Rectangle 167"/>
          <p:cNvSpPr>
            <a:spLocks noChangeArrowheads="1"/>
          </p:cNvSpPr>
          <p:nvPr/>
        </p:nvSpPr>
        <p:spPr bwMode="auto">
          <a:xfrm>
            <a:off x="223838" y="1949450"/>
            <a:ext cx="42862" cy="9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ß"/>
              <a:defRPr sz="3200">
                <a:solidFill>
                  <a:schemeClr val="tx1"/>
                </a:solidFill>
                <a:latin typeface="Franklin Gothic Book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Þ"/>
              <a:defRPr sz="2800">
                <a:solidFill>
                  <a:schemeClr val="tx1"/>
                </a:solidFill>
                <a:latin typeface="Franklin Gothic Book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"/>
              <a:defRPr sz="2400">
                <a:solidFill>
                  <a:schemeClr val="tx1"/>
                </a:solidFill>
                <a:latin typeface="Franklin Gothic Book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"/>
              <a:defRPr sz="2000">
                <a:solidFill>
                  <a:schemeClr val="tx1"/>
                </a:solidFill>
                <a:latin typeface="Franklin Gothic Book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600">
                <a:solidFill>
                  <a:srgbClr val="000000"/>
                </a:solidFill>
                <a:latin typeface="Arial" pitchFamily="34" charset="0"/>
                <a:ea typeface="Gulim" pitchFamily="34" charset="-127"/>
              </a:rPr>
              <a:t>9</a:t>
            </a:r>
            <a:endParaRPr lang="ko-KR" altLang="en-US" sz="2400">
              <a:solidFill>
                <a:prstClr val="black"/>
              </a:solidFill>
              <a:latin typeface="Tahoma" pitchFamily="34" charset="0"/>
              <a:ea typeface="Gulim" pitchFamily="34" charset="-127"/>
            </a:endParaRPr>
          </a:p>
        </p:txBody>
      </p:sp>
      <p:sp>
        <p:nvSpPr>
          <p:cNvPr id="73802" name="Rectangle 168"/>
          <p:cNvSpPr>
            <a:spLocks noChangeArrowheads="1"/>
          </p:cNvSpPr>
          <p:nvPr/>
        </p:nvSpPr>
        <p:spPr bwMode="auto">
          <a:xfrm>
            <a:off x="185738" y="1814513"/>
            <a:ext cx="87312" cy="9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ß"/>
              <a:defRPr sz="3200">
                <a:solidFill>
                  <a:schemeClr val="tx1"/>
                </a:solidFill>
                <a:latin typeface="Franklin Gothic Book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Þ"/>
              <a:defRPr sz="2800">
                <a:solidFill>
                  <a:schemeClr val="tx1"/>
                </a:solidFill>
                <a:latin typeface="Franklin Gothic Book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"/>
              <a:defRPr sz="2400">
                <a:solidFill>
                  <a:schemeClr val="tx1"/>
                </a:solidFill>
                <a:latin typeface="Franklin Gothic Book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"/>
              <a:defRPr sz="2000">
                <a:solidFill>
                  <a:schemeClr val="tx1"/>
                </a:solidFill>
                <a:latin typeface="Franklin Gothic Book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600">
                <a:solidFill>
                  <a:srgbClr val="000000"/>
                </a:solidFill>
                <a:latin typeface="Arial" pitchFamily="34" charset="0"/>
                <a:ea typeface="Gulim" pitchFamily="34" charset="-127"/>
              </a:rPr>
              <a:t>10</a:t>
            </a:r>
            <a:endParaRPr lang="ko-KR" altLang="en-US" sz="2400">
              <a:solidFill>
                <a:prstClr val="black"/>
              </a:solidFill>
              <a:latin typeface="Tahoma" pitchFamily="34" charset="0"/>
              <a:ea typeface="Gulim" pitchFamily="34" charset="-127"/>
            </a:endParaRPr>
          </a:p>
        </p:txBody>
      </p:sp>
      <p:sp>
        <p:nvSpPr>
          <p:cNvPr id="73803" name="Rectangle 169"/>
          <p:cNvSpPr>
            <a:spLocks noChangeArrowheads="1"/>
          </p:cNvSpPr>
          <p:nvPr/>
        </p:nvSpPr>
        <p:spPr bwMode="auto">
          <a:xfrm>
            <a:off x="295275" y="3243263"/>
            <a:ext cx="42863" cy="9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ß"/>
              <a:defRPr sz="3200">
                <a:solidFill>
                  <a:schemeClr val="tx1"/>
                </a:solidFill>
                <a:latin typeface="Franklin Gothic Book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Þ"/>
              <a:defRPr sz="2800">
                <a:solidFill>
                  <a:schemeClr val="tx1"/>
                </a:solidFill>
                <a:latin typeface="Franklin Gothic Book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"/>
              <a:defRPr sz="2400">
                <a:solidFill>
                  <a:schemeClr val="tx1"/>
                </a:solidFill>
                <a:latin typeface="Franklin Gothic Book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"/>
              <a:defRPr sz="2000">
                <a:solidFill>
                  <a:schemeClr val="tx1"/>
                </a:solidFill>
                <a:latin typeface="Franklin Gothic Book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600">
                <a:solidFill>
                  <a:srgbClr val="000000"/>
                </a:solidFill>
                <a:latin typeface="Arial" pitchFamily="34" charset="0"/>
                <a:ea typeface="Gulim" pitchFamily="34" charset="-127"/>
              </a:rPr>
              <a:t>0</a:t>
            </a:r>
            <a:endParaRPr lang="ko-KR" altLang="en-US" sz="2400">
              <a:solidFill>
                <a:prstClr val="black"/>
              </a:solidFill>
              <a:latin typeface="Tahoma" pitchFamily="34" charset="0"/>
              <a:ea typeface="Gulim" pitchFamily="34" charset="-127"/>
            </a:endParaRPr>
          </a:p>
        </p:txBody>
      </p:sp>
      <p:sp>
        <p:nvSpPr>
          <p:cNvPr id="73804" name="Rectangle 170"/>
          <p:cNvSpPr>
            <a:spLocks noChangeArrowheads="1"/>
          </p:cNvSpPr>
          <p:nvPr/>
        </p:nvSpPr>
        <p:spPr bwMode="auto">
          <a:xfrm>
            <a:off x="487363" y="3243263"/>
            <a:ext cx="42862" cy="9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ß"/>
              <a:defRPr sz="3200">
                <a:solidFill>
                  <a:schemeClr val="tx1"/>
                </a:solidFill>
                <a:latin typeface="Franklin Gothic Book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Þ"/>
              <a:defRPr sz="2800">
                <a:solidFill>
                  <a:schemeClr val="tx1"/>
                </a:solidFill>
                <a:latin typeface="Franklin Gothic Book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"/>
              <a:defRPr sz="2400">
                <a:solidFill>
                  <a:schemeClr val="tx1"/>
                </a:solidFill>
                <a:latin typeface="Franklin Gothic Book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"/>
              <a:defRPr sz="2000">
                <a:solidFill>
                  <a:schemeClr val="tx1"/>
                </a:solidFill>
                <a:latin typeface="Franklin Gothic Book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600">
                <a:solidFill>
                  <a:srgbClr val="000000"/>
                </a:solidFill>
                <a:latin typeface="Arial" pitchFamily="34" charset="0"/>
                <a:ea typeface="Gulim" pitchFamily="34" charset="-127"/>
              </a:rPr>
              <a:t>1</a:t>
            </a:r>
            <a:endParaRPr lang="ko-KR" altLang="en-US" sz="2400">
              <a:solidFill>
                <a:prstClr val="black"/>
              </a:solidFill>
              <a:latin typeface="Tahoma" pitchFamily="34" charset="0"/>
              <a:ea typeface="Gulim" pitchFamily="34" charset="-127"/>
            </a:endParaRPr>
          </a:p>
        </p:txBody>
      </p:sp>
      <p:sp>
        <p:nvSpPr>
          <p:cNvPr id="73805" name="Rectangle 171"/>
          <p:cNvSpPr>
            <a:spLocks noChangeArrowheads="1"/>
          </p:cNvSpPr>
          <p:nvPr/>
        </p:nvSpPr>
        <p:spPr bwMode="auto">
          <a:xfrm>
            <a:off x="673100" y="3243263"/>
            <a:ext cx="42863" cy="9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ß"/>
              <a:defRPr sz="3200">
                <a:solidFill>
                  <a:schemeClr val="tx1"/>
                </a:solidFill>
                <a:latin typeface="Franklin Gothic Book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Þ"/>
              <a:defRPr sz="2800">
                <a:solidFill>
                  <a:schemeClr val="tx1"/>
                </a:solidFill>
                <a:latin typeface="Franklin Gothic Book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"/>
              <a:defRPr sz="2400">
                <a:solidFill>
                  <a:schemeClr val="tx1"/>
                </a:solidFill>
                <a:latin typeface="Franklin Gothic Book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"/>
              <a:defRPr sz="2000">
                <a:solidFill>
                  <a:schemeClr val="tx1"/>
                </a:solidFill>
                <a:latin typeface="Franklin Gothic Book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600">
                <a:solidFill>
                  <a:srgbClr val="000000"/>
                </a:solidFill>
                <a:latin typeface="Arial" pitchFamily="34" charset="0"/>
                <a:ea typeface="Gulim" pitchFamily="34" charset="-127"/>
              </a:rPr>
              <a:t>2</a:t>
            </a:r>
            <a:endParaRPr lang="ko-KR" altLang="en-US" sz="2400">
              <a:solidFill>
                <a:prstClr val="black"/>
              </a:solidFill>
              <a:latin typeface="Tahoma" pitchFamily="34" charset="0"/>
              <a:ea typeface="Gulim" pitchFamily="34" charset="-127"/>
            </a:endParaRPr>
          </a:p>
        </p:txBody>
      </p:sp>
      <p:sp>
        <p:nvSpPr>
          <p:cNvPr id="73806" name="Rectangle 172"/>
          <p:cNvSpPr>
            <a:spLocks noChangeArrowheads="1"/>
          </p:cNvSpPr>
          <p:nvPr/>
        </p:nvSpPr>
        <p:spPr bwMode="auto">
          <a:xfrm>
            <a:off x="866775" y="3243263"/>
            <a:ext cx="42863" cy="9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ß"/>
              <a:defRPr sz="3200">
                <a:solidFill>
                  <a:schemeClr val="tx1"/>
                </a:solidFill>
                <a:latin typeface="Franklin Gothic Book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Þ"/>
              <a:defRPr sz="2800">
                <a:solidFill>
                  <a:schemeClr val="tx1"/>
                </a:solidFill>
                <a:latin typeface="Franklin Gothic Book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"/>
              <a:defRPr sz="2400">
                <a:solidFill>
                  <a:schemeClr val="tx1"/>
                </a:solidFill>
                <a:latin typeface="Franklin Gothic Book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"/>
              <a:defRPr sz="2000">
                <a:solidFill>
                  <a:schemeClr val="tx1"/>
                </a:solidFill>
                <a:latin typeface="Franklin Gothic Book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600">
                <a:solidFill>
                  <a:srgbClr val="000000"/>
                </a:solidFill>
                <a:latin typeface="Arial" pitchFamily="34" charset="0"/>
                <a:ea typeface="Gulim" pitchFamily="34" charset="-127"/>
              </a:rPr>
              <a:t>3</a:t>
            </a:r>
            <a:endParaRPr lang="ko-KR" altLang="en-US" sz="2400">
              <a:solidFill>
                <a:prstClr val="black"/>
              </a:solidFill>
              <a:latin typeface="Tahoma" pitchFamily="34" charset="0"/>
              <a:ea typeface="Gulim" pitchFamily="34" charset="-127"/>
            </a:endParaRPr>
          </a:p>
        </p:txBody>
      </p:sp>
      <p:sp>
        <p:nvSpPr>
          <p:cNvPr id="73807" name="Rectangle 173"/>
          <p:cNvSpPr>
            <a:spLocks noChangeArrowheads="1"/>
          </p:cNvSpPr>
          <p:nvPr/>
        </p:nvSpPr>
        <p:spPr bwMode="auto">
          <a:xfrm>
            <a:off x="1058863" y="3243263"/>
            <a:ext cx="42862" cy="9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ß"/>
              <a:defRPr sz="3200">
                <a:solidFill>
                  <a:schemeClr val="tx1"/>
                </a:solidFill>
                <a:latin typeface="Franklin Gothic Book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Þ"/>
              <a:defRPr sz="2800">
                <a:solidFill>
                  <a:schemeClr val="tx1"/>
                </a:solidFill>
                <a:latin typeface="Franklin Gothic Book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"/>
              <a:defRPr sz="2400">
                <a:solidFill>
                  <a:schemeClr val="tx1"/>
                </a:solidFill>
                <a:latin typeface="Franklin Gothic Book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"/>
              <a:defRPr sz="2000">
                <a:solidFill>
                  <a:schemeClr val="tx1"/>
                </a:solidFill>
                <a:latin typeface="Franklin Gothic Book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600">
                <a:solidFill>
                  <a:srgbClr val="000000"/>
                </a:solidFill>
                <a:latin typeface="Arial" pitchFamily="34" charset="0"/>
                <a:ea typeface="Gulim" pitchFamily="34" charset="-127"/>
              </a:rPr>
              <a:t>4</a:t>
            </a:r>
            <a:endParaRPr lang="ko-KR" altLang="en-US" sz="2400">
              <a:solidFill>
                <a:prstClr val="black"/>
              </a:solidFill>
              <a:latin typeface="Tahoma" pitchFamily="34" charset="0"/>
              <a:ea typeface="Gulim" pitchFamily="34" charset="-127"/>
            </a:endParaRPr>
          </a:p>
        </p:txBody>
      </p:sp>
      <p:sp>
        <p:nvSpPr>
          <p:cNvPr id="73808" name="Rectangle 174"/>
          <p:cNvSpPr>
            <a:spLocks noChangeArrowheads="1"/>
          </p:cNvSpPr>
          <p:nvPr/>
        </p:nvSpPr>
        <p:spPr bwMode="auto">
          <a:xfrm>
            <a:off x="1250950" y="3243263"/>
            <a:ext cx="42863" cy="9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ß"/>
              <a:defRPr sz="3200">
                <a:solidFill>
                  <a:schemeClr val="tx1"/>
                </a:solidFill>
                <a:latin typeface="Franklin Gothic Book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Þ"/>
              <a:defRPr sz="2800">
                <a:solidFill>
                  <a:schemeClr val="tx1"/>
                </a:solidFill>
                <a:latin typeface="Franklin Gothic Book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"/>
              <a:defRPr sz="2400">
                <a:solidFill>
                  <a:schemeClr val="tx1"/>
                </a:solidFill>
                <a:latin typeface="Franklin Gothic Book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"/>
              <a:defRPr sz="2000">
                <a:solidFill>
                  <a:schemeClr val="tx1"/>
                </a:solidFill>
                <a:latin typeface="Franklin Gothic Book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600">
                <a:solidFill>
                  <a:srgbClr val="000000"/>
                </a:solidFill>
                <a:latin typeface="Arial" pitchFamily="34" charset="0"/>
                <a:ea typeface="Gulim" pitchFamily="34" charset="-127"/>
              </a:rPr>
              <a:t>5</a:t>
            </a:r>
            <a:endParaRPr lang="ko-KR" altLang="en-US" sz="2400">
              <a:solidFill>
                <a:prstClr val="black"/>
              </a:solidFill>
              <a:latin typeface="Tahoma" pitchFamily="34" charset="0"/>
              <a:ea typeface="Gulim" pitchFamily="34" charset="-127"/>
            </a:endParaRPr>
          </a:p>
        </p:txBody>
      </p:sp>
      <p:sp>
        <p:nvSpPr>
          <p:cNvPr id="73809" name="Rectangle 175"/>
          <p:cNvSpPr>
            <a:spLocks noChangeArrowheads="1"/>
          </p:cNvSpPr>
          <p:nvPr/>
        </p:nvSpPr>
        <p:spPr bwMode="auto">
          <a:xfrm>
            <a:off x="1438275" y="3243263"/>
            <a:ext cx="42863" cy="9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ß"/>
              <a:defRPr sz="3200">
                <a:solidFill>
                  <a:schemeClr val="tx1"/>
                </a:solidFill>
                <a:latin typeface="Franklin Gothic Book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Þ"/>
              <a:defRPr sz="2800">
                <a:solidFill>
                  <a:schemeClr val="tx1"/>
                </a:solidFill>
                <a:latin typeface="Franklin Gothic Book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"/>
              <a:defRPr sz="2400">
                <a:solidFill>
                  <a:schemeClr val="tx1"/>
                </a:solidFill>
                <a:latin typeface="Franklin Gothic Book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"/>
              <a:defRPr sz="2000">
                <a:solidFill>
                  <a:schemeClr val="tx1"/>
                </a:solidFill>
                <a:latin typeface="Franklin Gothic Book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600">
                <a:solidFill>
                  <a:srgbClr val="000000"/>
                </a:solidFill>
                <a:latin typeface="Arial" pitchFamily="34" charset="0"/>
                <a:ea typeface="Gulim" pitchFamily="34" charset="-127"/>
              </a:rPr>
              <a:t>6</a:t>
            </a:r>
            <a:endParaRPr lang="ko-KR" altLang="en-US" sz="2400">
              <a:solidFill>
                <a:prstClr val="black"/>
              </a:solidFill>
              <a:latin typeface="Tahoma" pitchFamily="34" charset="0"/>
              <a:ea typeface="Gulim" pitchFamily="34" charset="-127"/>
            </a:endParaRPr>
          </a:p>
        </p:txBody>
      </p:sp>
      <p:sp>
        <p:nvSpPr>
          <p:cNvPr id="73810" name="Rectangle 176"/>
          <p:cNvSpPr>
            <a:spLocks noChangeArrowheads="1"/>
          </p:cNvSpPr>
          <p:nvPr/>
        </p:nvSpPr>
        <p:spPr bwMode="auto">
          <a:xfrm>
            <a:off x="1630363" y="3243263"/>
            <a:ext cx="42862" cy="9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ß"/>
              <a:defRPr sz="3200">
                <a:solidFill>
                  <a:schemeClr val="tx1"/>
                </a:solidFill>
                <a:latin typeface="Franklin Gothic Book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Þ"/>
              <a:defRPr sz="2800">
                <a:solidFill>
                  <a:schemeClr val="tx1"/>
                </a:solidFill>
                <a:latin typeface="Franklin Gothic Book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"/>
              <a:defRPr sz="2400">
                <a:solidFill>
                  <a:schemeClr val="tx1"/>
                </a:solidFill>
                <a:latin typeface="Franklin Gothic Book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"/>
              <a:defRPr sz="2000">
                <a:solidFill>
                  <a:schemeClr val="tx1"/>
                </a:solidFill>
                <a:latin typeface="Franklin Gothic Book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600">
                <a:solidFill>
                  <a:srgbClr val="000000"/>
                </a:solidFill>
                <a:latin typeface="Arial" pitchFamily="34" charset="0"/>
                <a:ea typeface="Gulim" pitchFamily="34" charset="-127"/>
              </a:rPr>
              <a:t>7</a:t>
            </a:r>
            <a:endParaRPr lang="ko-KR" altLang="en-US" sz="2400">
              <a:solidFill>
                <a:prstClr val="black"/>
              </a:solidFill>
              <a:latin typeface="Tahoma" pitchFamily="34" charset="0"/>
              <a:ea typeface="Gulim" pitchFamily="34" charset="-127"/>
            </a:endParaRPr>
          </a:p>
        </p:txBody>
      </p:sp>
      <p:sp>
        <p:nvSpPr>
          <p:cNvPr id="73811" name="Rectangle 177"/>
          <p:cNvSpPr>
            <a:spLocks noChangeArrowheads="1"/>
          </p:cNvSpPr>
          <p:nvPr/>
        </p:nvSpPr>
        <p:spPr bwMode="auto">
          <a:xfrm>
            <a:off x="1822450" y="3243263"/>
            <a:ext cx="42863" cy="9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ß"/>
              <a:defRPr sz="3200">
                <a:solidFill>
                  <a:schemeClr val="tx1"/>
                </a:solidFill>
                <a:latin typeface="Franklin Gothic Book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Þ"/>
              <a:defRPr sz="2800">
                <a:solidFill>
                  <a:schemeClr val="tx1"/>
                </a:solidFill>
                <a:latin typeface="Franklin Gothic Book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"/>
              <a:defRPr sz="2400">
                <a:solidFill>
                  <a:schemeClr val="tx1"/>
                </a:solidFill>
                <a:latin typeface="Franklin Gothic Book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"/>
              <a:defRPr sz="2000">
                <a:solidFill>
                  <a:schemeClr val="tx1"/>
                </a:solidFill>
                <a:latin typeface="Franklin Gothic Book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600">
                <a:solidFill>
                  <a:srgbClr val="000000"/>
                </a:solidFill>
                <a:latin typeface="Arial" pitchFamily="34" charset="0"/>
                <a:ea typeface="Gulim" pitchFamily="34" charset="-127"/>
              </a:rPr>
              <a:t>8</a:t>
            </a:r>
            <a:endParaRPr lang="ko-KR" altLang="en-US" sz="2400">
              <a:solidFill>
                <a:prstClr val="black"/>
              </a:solidFill>
              <a:latin typeface="Tahoma" pitchFamily="34" charset="0"/>
              <a:ea typeface="Gulim" pitchFamily="34" charset="-127"/>
            </a:endParaRPr>
          </a:p>
        </p:txBody>
      </p:sp>
      <p:sp>
        <p:nvSpPr>
          <p:cNvPr id="73812" name="Rectangle 178"/>
          <p:cNvSpPr>
            <a:spLocks noChangeArrowheads="1"/>
          </p:cNvSpPr>
          <p:nvPr/>
        </p:nvSpPr>
        <p:spPr bwMode="auto">
          <a:xfrm>
            <a:off x="2009775" y="3243263"/>
            <a:ext cx="42863" cy="9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ß"/>
              <a:defRPr sz="3200">
                <a:solidFill>
                  <a:schemeClr val="tx1"/>
                </a:solidFill>
                <a:latin typeface="Franklin Gothic Book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Þ"/>
              <a:defRPr sz="2800">
                <a:solidFill>
                  <a:schemeClr val="tx1"/>
                </a:solidFill>
                <a:latin typeface="Franklin Gothic Book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"/>
              <a:defRPr sz="2400">
                <a:solidFill>
                  <a:schemeClr val="tx1"/>
                </a:solidFill>
                <a:latin typeface="Franklin Gothic Book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"/>
              <a:defRPr sz="2000">
                <a:solidFill>
                  <a:schemeClr val="tx1"/>
                </a:solidFill>
                <a:latin typeface="Franklin Gothic Book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600">
                <a:solidFill>
                  <a:srgbClr val="000000"/>
                </a:solidFill>
                <a:latin typeface="Arial" pitchFamily="34" charset="0"/>
                <a:ea typeface="Gulim" pitchFamily="34" charset="-127"/>
              </a:rPr>
              <a:t>9</a:t>
            </a:r>
            <a:endParaRPr lang="ko-KR" altLang="en-US" sz="2400">
              <a:solidFill>
                <a:prstClr val="black"/>
              </a:solidFill>
              <a:latin typeface="Tahoma" pitchFamily="34" charset="0"/>
              <a:ea typeface="Gulim" pitchFamily="34" charset="-127"/>
            </a:endParaRPr>
          </a:p>
        </p:txBody>
      </p:sp>
      <p:sp>
        <p:nvSpPr>
          <p:cNvPr id="73813" name="Rectangle 179"/>
          <p:cNvSpPr>
            <a:spLocks noChangeArrowheads="1"/>
          </p:cNvSpPr>
          <p:nvPr/>
        </p:nvSpPr>
        <p:spPr bwMode="auto">
          <a:xfrm>
            <a:off x="2182813" y="3243263"/>
            <a:ext cx="87312" cy="9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ß"/>
              <a:defRPr sz="3200">
                <a:solidFill>
                  <a:schemeClr val="tx1"/>
                </a:solidFill>
                <a:latin typeface="Franklin Gothic Book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Þ"/>
              <a:defRPr sz="2800">
                <a:solidFill>
                  <a:schemeClr val="tx1"/>
                </a:solidFill>
                <a:latin typeface="Franklin Gothic Book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"/>
              <a:defRPr sz="2400">
                <a:solidFill>
                  <a:schemeClr val="tx1"/>
                </a:solidFill>
                <a:latin typeface="Franklin Gothic Book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"/>
              <a:defRPr sz="2000">
                <a:solidFill>
                  <a:schemeClr val="tx1"/>
                </a:solidFill>
                <a:latin typeface="Franklin Gothic Book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600">
                <a:solidFill>
                  <a:srgbClr val="000000"/>
                </a:solidFill>
                <a:latin typeface="Arial" pitchFamily="34" charset="0"/>
                <a:ea typeface="Gulim" pitchFamily="34" charset="-127"/>
              </a:rPr>
              <a:t>10</a:t>
            </a:r>
            <a:endParaRPr lang="ko-KR" altLang="en-US" sz="2400">
              <a:solidFill>
                <a:prstClr val="black"/>
              </a:solidFill>
              <a:latin typeface="Tahoma" pitchFamily="34" charset="0"/>
              <a:ea typeface="Gulim" pitchFamily="34" charset="-127"/>
            </a:endParaRPr>
          </a:p>
        </p:txBody>
      </p:sp>
      <p:sp>
        <p:nvSpPr>
          <p:cNvPr id="73814" name="Rectangle 180"/>
          <p:cNvSpPr>
            <a:spLocks noChangeArrowheads="1"/>
          </p:cNvSpPr>
          <p:nvPr/>
        </p:nvSpPr>
        <p:spPr bwMode="auto">
          <a:xfrm>
            <a:off x="101600" y="1736725"/>
            <a:ext cx="2222500" cy="1658938"/>
          </a:xfrm>
          <a:prstGeom prst="rect">
            <a:avLst/>
          </a:prstGeom>
          <a:noFill/>
          <a:ln w="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ß"/>
              <a:defRPr sz="3200">
                <a:solidFill>
                  <a:schemeClr val="tx1"/>
                </a:solidFill>
                <a:latin typeface="Franklin Gothic Book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Þ"/>
              <a:defRPr sz="2800">
                <a:solidFill>
                  <a:schemeClr val="tx1"/>
                </a:solidFill>
                <a:latin typeface="Franklin Gothic Book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"/>
              <a:defRPr sz="2400">
                <a:solidFill>
                  <a:schemeClr val="tx1"/>
                </a:solidFill>
                <a:latin typeface="Franklin Gothic Book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"/>
              <a:defRPr sz="2000">
                <a:solidFill>
                  <a:schemeClr val="tx1"/>
                </a:solidFill>
                <a:latin typeface="Franklin Gothic Book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1" lang="zh-CN" altLang="en-US" sz="2400">
              <a:solidFill>
                <a:prstClr val="black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73815" name="Text Box 181"/>
          <p:cNvSpPr txBox="1">
            <a:spLocks noChangeArrowheads="1"/>
          </p:cNvSpPr>
          <p:nvPr/>
        </p:nvSpPr>
        <p:spPr bwMode="auto">
          <a:xfrm>
            <a:off x="228600" y="3810000"/>
            <a:ext cx="1905000" cy="1062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ß"/>
              <a:defRPr sz="3200">
                <a:solidFill>
                  <a:schemeClr val="tx1"/>
                </a:solidFill>
                <a:latin typeface="Franklin Gothic Book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Þ"/>
              <a:defRPr sz="2800">
                <a:solidFill>
                  <a:schemeClr val="tx1"/>
                </a:solidFill>
                <a:latin typeface="Franklin Gothic Book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"/>
              <a:defRPr sz="2400">
                <a:solidFill>
                  <a:schemeClr val="tx1"/>
                </a:solidFill>
                <a:latin typeface="Franklin Gothic Book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"/>
              <a:defRPr sz="2000">
                <a:solidFill>
                  <a:schemeClr val="tx1"/>
                </a:solidFill>
                <a:latin typeface="Franklin Gothic Book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ko-KR" sz="1400">
                <a:solidFill>
                  <a:prstClr val="black"/>
                </a:solidFill>
                <a:latin typeface="Tahoma" pitchFamily="34" charset="0"/>
                <a:ea typeface="Gulim" pitchFamily="34" charset="-127"/>
              </a:rPr>
              <a:t>K=2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ko-KR" sz="1400">
                <a:solidFill>
                  <a:prstClr val="black"/>
                </a:solidFill>
                <a:latin typeface="Tahoma" pitchFamily="34" charset="0"/>
                <a:ea typeface="Gulim" pitchFamily="34" charset="-127"/>
              </a:rPr>
              <a:t>Arbitrarily choose K object as initial cluster center</a:t>
            </a:r>
          </a:p>
        </p:txBody>
      </p:sp>
      <p:sp>
        <p:nvSpPr>
          <p:cNvPr id="73816" name="Line 182"/>
          <p:cNvSpPr>
            <a:spLocks noChangeShapeType="1"/>
          </p:cNvSpPr>
          <p:nvPr/>
        </p:nvSpPr>
        <p:spPr bwMode="auto">
          <a:xfrm flipV="1">
            <a:off x="1066800" y="3556000"/>
            <a:ext cx="0" cy="4445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kumimoji="1" lang="zh-CN" altLang="en-US">
              <a:solidFill>
                <a:prstClr val="black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73817" name="Line 183"/>
          <p:cNvSpPr>
            <a:spLocks noChangeShapeType="1"/>
          </p:cNvSpPr>
          <p:nvPr/>
        </p:nvSpPr>
        <p:spPr bwMode="auto">
          <a:xfrm>
            <a:off x="2438400" y="24130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kumimoji="1" lang="zh-CN" altLang="en-US">
              <a:solidFill>
                <a:prstClr val="black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73818" name="Text Box 184"/>
          <p:cNvSpPr txBox="1">
            <a:spLocks noChangeArrowheads="1"/>
          </p:cNvSpPr>
          <p:nvPr/>
        </p:nvSpPr>
        <p:spPr bwMode="auto">
          <a:xfrm>
            <a:off x="2362200" y="2603500"/>
            <a:ext cx="838200" cy="138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ß"/>
              <a:defRPr sz="3200">
                <a:solidFill>
                  <a:schemeClr val="tx1"/>
                </a:solidFill>
                <a:latin typeface="Franklin Gothic Book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Þ"/>
              <a:defRPr sz="2800">
                <a:solidFill>
                  <a:schemeClr val="tx1"/>
                </a:solidFill>
                <a:latin typeface="Franklin Gothic Book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"/>
              <a:defRPr sz="2400">
                <a:solidFill>
                  <a:schemeClr val="tx1"/>
                </a:solidFill>
                <a:latin typeface="Franklin Gothic Book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"/>
              <a:defRPr sz="2000">
                <a:solidFill>
                  <a:schemeClr val="tx1"/>
                </a:solidFill>
                <a:latin typeface="Franklin Gothic Book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ko-KR" sz="1400">
                <a:solidFill>
                  <a:prstClr val="black"/>
                </a:solidFill>
                <a:latin typeface="Tahoma" pitchFamily="34" charset="0"/>
                <a:ea typeface="Gulim" pitchFamily="34" charset="-127"/>
              </a:rPr>
              <a:t>Assign each objects to most similar center</a:t>
            </a:r>
          </a:p>
        </p:txBody>
      </p:sp>
      <p:sp>
        <p:nvSpPr>
          <p:cNvPr id="73819" name="Text Box 185"/>
          <p:cNvSpPr txBox="1">
            <a:spLocks noChangeArrowheads="1"/>
          </p:cNvSpPr>
          <p:nvPr/>
        </p:nvSpPr>
        <p:spPr bwMode="auto">
          <a:xfrm>
            <a:off x="5638800" y="2540000"/>
            <a:ext cx="838200" cy="954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ß"/>
              <a:defRPr sz="3200">
                <a:solidFill>
                  <a:schemeClr val="tx1"/>
                </a:solidFill>
                <a:latin typeface="Franklin Gothic Book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Þ"/>
              <a:defRPr sz="2800">
                <a:solidFill>
                  <a:schemeClr val="tx1"/>
                </a:solidFill>
                <a:latin typeface="Franklin Gothic Book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"/>
              <a:defRPr sz="2400">
                <a:solidFill>
                  <a:schemeClr val="tx1"/>
                </a:solidFill>
                <a:latin typeface="Franklin Gothic Book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"/>
              <a:defRPr sz="2000">
                <a:solidFill>
                  <a:schemeClr val="tx1"/>
                </a:solidFill>
                <a:latin typeface="Franklin Gothic Book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ko-KR" sz="1400">
                <a:solidFill>
                  <a:prstClr val="black"/>
                </a:solidFill>
                <a:latin typeface="Tahoma" pitchFamily="34" charset="0"/>
                <a:ea typeface="Gulim" pitchFamily="34" charset="-127"/>
              </a:rPr>
              <a:t>Update the cluster means</a:t>
            </a:r>
          </a:p>
        </p:txBody>
      </p:sp>
      <p:sp>
        <p:nvSpPr>
          <p:cNvPr id="73820" name="Freeform 186"/>
          <p:cNvSpPr>
            <a:spLocks/>
          </p:cNvSpPr>
          <p:nvPr/>
        </p:nvSpPr>
        <p:spPr bwMode="auto">
          <a:xfrm>
            <a:off x="838200" y="2614613"/>
            <a:ext cx="88900" cy="79375"/>
          </a:xfrm>
          <a:custGeom>
            <a:avLst/>
            <a:gdLst>
              <a:gd name="T0" fmla="*/ 2147483647 w 56"/>
              <a:gd name="T1" fmla="*/ 0 h 60"/>
              <a:gd name="T2" fmla="*/ 2147483647 w 56"/>
              <a:gd name="T3" fmla="*/ 2147483647 h 60"/>
              <a:gd name="T4" fmla="*/ 2147483647 w 56"/>
              <a:gd name="T5" fmla="*/ 2147483647 h 60"/>
              <a:gd name="T6" fmla="*/ 0 w 56"/>
              <a:gd name="T7" fmla="*/ 2147483647 h 60"/>
              <a:gd name="T8" fmla="*/ 2147483647 w 56"/>
              <a:gd name="T9" fmla="*/ 0 h 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6" h="60">
                <a:moveTo>
                  <a:pt x="28" y="0"/>
                </a:moveTo>
                <a:lnTo>
                  <a:pt x="56" y="30"/>
                </a:lnTo>
                <a:lnTo>
                  <a:pt x="28" y="60"/>
                </a:lnTo>
                <a:lnTo>
                  <a:pt x="0" y="30"/>
                </a:lnTo>
                <a:lnTo>
                  <a:pt x="28" y="0"/>
                </a:lnTo>
                <a:close/>
              </a:path>
            </a:pathLst>
          </a:custGeom>
          <a:solidFill>
            <a:srgbClr val="00FFFF"/>
          </a:solidFill>
          <a:ln w="6350">
            <a:solidFill>
              <a:srgbClr val="00008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kumimoji="1" lang="zh-CN" altLang="en-US">
              <a:solidFill>
                <a:prstClr val="black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73821" name="Freeform 187"/>
          <p:cNvSpPr>
            <a:spLocks/>
          </p:cNvSpPr>
          <p:nvPr/>
        </p:nvSpPr>
        <p:spPr bwMode="auto">
          <a:xfrm>
            <a:off x="1600200" y="2476500"/>
            <a:ext cx="88900" cy="77788"/>
          </a:xfrm>
          <a:custGeom>
            <a:avLst/>
            <a:gdLst>
              <a:gd name="T0" fmla="*/ 2147483647 w 56"/>
              <a:gd name="T1" fmla="*/ 0 h 59"/>
              <a:gd name="T2" fmla="*/ 2147483647 w 56"/>
              <a:gd name="T3" fmla="*/ 2147483647 h 59"/>
              <a:gd name="T4" fmla="*/ 2147483647 w 56"/>
              <a:gd name="T5" fmla="*/ 2147483647 h 59"/>
              <a:gd name="T6" fmla="*/ 0 w 56"/>
              <a:gd name="T7" fmla="*/ 2147483647 h 59"/>
              <a:gd name="T8" fmla="*/ 2147483647 w 56"/>
              <a:gd name="T9" fmla="*/ 0 h 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6" h="59">
                <a:moveTo>
                  <a:pt x="28" y="0"/>
                </a:moveTo>
                <a:lnTo>
                  <a:pt x="56" y="29"/>
                </a:lnTo>
                <a:lnTo>
                  <a:pt x="28" y="59"/>
                </a:lnTo>
                <a:lnTo>
                  <a:pt x="0" y="29"/>
                </a:lnTo>
                <a:lnTo>
                  <a:pt x="28" y="0"/>
                </a:lnTo>
                <a:close/>
              </a:path>
            </a:pathLst>
          </a:custGeom>
          <a:solidFill>
            <a:srgbClr val="000080"/>
          </a:solidFill>
          <a:ln w="6350">
            <a:solidFill>
              <a:srgbClr val="00008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kumimoji="1" lang="zh-CN" altLang="en-US">
              <a:solidFill>
                <a:prstClr val="black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73822" name="Oval 188"/>
          <p:cNvSpPr>
            <a:spLocks noChangeArrowheads="1"/>
          </p:cNvSpPr>
          <p:nvPr/>
        </p:nvSpPr>
        <p:spPr bwMode="auto">
          <a:xfrm>
            <a:off x="457200" y="2720975"/>
            <a:ext cx="84138" cy="73025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ß"/>
              <a:defRPr sz="3200">
                <a:solidFill>
                  <a:schemeClr val="tx1"/>
                </a:solidFill>
                <a:latin typeface="Franklin Gothic Book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Þ"/>
              <a:defRPr sz="2800">
                <a:solidFill>
                  <a:schemeClr val="tx1"/>
                </a:solidFill>
                <a:latin typeface="Franklin Gothic Book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"/>
              <a:defRPr sz="2400">
                <a:solidFill>
                  <a:schemeClr val="tx1"/>
                </a:solidFill>
                <a:latin typeface="Franklin Gothic Book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"/>
              <a:defRPr sz="2000">
                <a:solidFill>
                  <a:schemeClr val="tx1"/>
                </a:solidFill>
                <a:latin typeface="Franklin Gothic Book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1" lang="zh-CN" altLang="en-US" sz="2400">
              <a:solidFill>
                <a:prstClr val="black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73823" name="Oval 189"/>
          <p:cNvSpPr>
            <a:spLocks noChangeArrowheads="1"/>
          </p:cNvSpPr>
          <p:nvPr/>
        </p:nvSpPr>
        <p:spPr bwMode="auto">
          <a:xfrm>
            <a:off x="1973263" y="2593975"/>
            <a:ext cx="84137" cy="73025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ß"/>
              <a:defRPr sz="3200">
                <a:solidFill>
                  <a:schemeClr val="tx1"/>
                </a:solidFill>
                <a:latin typeface="Franklin Gothic Book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Þ"/>
              <a:defRPr sz="2800">
                <a:solidFill>
                  <a:schemeClr val="tx1"/>
                </a:solidFill>
                <a:latin typeface="Franklin Gothic Book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"/>
              <a:defRPr sz="2400">
                <a:solidFill>
                  <a:schemeClr val="tx1"/>
                </a:solidFill>
                <a:latin typeface="Franklin Gothic Book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"/>
              <a:defRPr sz="2000">
                <a:solidFill>
                  <a:schemeClr val="tx1"/>
                </a:solidFill>
                <a:latin typeface="Franklin Gothic Book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1" lang="zh-CN" altLang="en-US" sz="2400">
              <a:solidFill>
                <a:prstClr val="black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73824" name="Text Box 190"/>
          <p:cNvSpPr txBox="1">
            <a:spLocks noChangeArrowheads="1"/>
          </p:cNvSpPr>
          <p:nvPr/>
        </p:nvSpPr>
        <p:spPr bwMode="auto">
          <a:xfrm>
            <a:off x="5638800" y="4445000"/>
            <a:ext cx="838200" cy="954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ß"/>
              <a:defRPr sz="3200">
                <a:solidFill>
                  <a:schemeClr val="tx1"/>
                </a:solidFill>
                <a:latin typeface="Franklin Gothic Book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Þ"/>
              <a:defRPr sz="2800">
                <a:solidFill>
                  <a:schemeClr val="tx1"/>
                </a:solidFill>
                <a:latin typeface="Franklin Gothic Book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"/>
              <a:defRPr sz="2400">
                <a:solidFill>
                  <a:schemeClr val="tx1"/>
                </a:solidFill>
                <a:latin typeface="Franklin Gothic Book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"/>
              <a:defRPr sz="2000">
                <a:solidFill>
                  <a:schemeClr val="tx1"/>
                </a:solidFill>
                <a:latin typeface="Franklin Gothic Book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ko-KR" sz="1400">
                <a:solidFill>
                  <a:prstClr val="black"/>
                </a:solidFill>
                <a:latin typeface="Tahoma" pitchFamily="34" charset="0"/>
                <a:ea typeface="Gulim" pitchFamily="34" charset="-127"/>
              </a:rPr>
              <a:t>Update the cluster means</a:t>
            </a:r>
          </a:p>
        </p:txBody>
      </p:sp>
      <p:sp>
        <p:nvSpPr>
          <p:cNvPr id="73825" name="Text Box 191"/>
          <p:cNvSpPr txBox="1">
            <a:spLocks noChangeArrowheads="1"/>
          </p:cNvSpPr>
          <p:nvPr/>
        </p:nvSpPr>
        <p:spPr bwMode="auto">
          <a:xfrm>
            <a:off x="7848600" y="3429000"/>
            <a:ext cx="990600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ß"/>
              <a:defRPr sz="3200">
                <a:solidFill>
                  <a:schemeClr val="tx1"/>
                </a:solidFill>
                <a:latin typeface="Franklin Gothic Book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Þ"/>
              <a:defRPr sz="2800">
                <a:solidFill>
                  <a:schemeClr val="tx1"/>
                </a:solidFill>
                <a:latin typeface="Franklin Gothic Book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"/>
              <a:defRPr sz="2400">
                <a:solidFill>
                  <a:schemeClr val="tx1"/>
                </a:solidFill>
                <a:latin typeface="Franklin Gothic Book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"/>
              <a:defRPr sz="2000">
                <a:solidFill>
                  <a:schemeClr val="tx1"/>
                </a:solidFill>
                <a:latin typeface="Franklin Gothic Book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ko-KR" sz="1400">
                <a:solidFill>
                  <a:prstClr val="black"/>
                </a:solidFill>
                <a:latin typeface="Tahoma" pitchFamily="34" charset="0"/>
                <a:ea typeface="Gulim" pitchFamily="34" charset="-127"/>
              </a:rPr>
              <a:t>reassign</a:t>
            </a:r>
          </a:p>
        </p:txBody>
      </p:sp>
      <p:sp>
        <p:nvSpPr>
          <p:cNvPr id="73826" name="Line 192"/>
          <p:cNvSpPr>
            <a:spLocks noChangeShapeType="1"/>
          </p:cNvSpPr>
          <p:nvPr/>
        </p:nvSpPr>
        <p:spPr bwMode="auto">
          <a:xfrm flipV="1">
            <a:off x="4267200" y="3429000"/>
            <a:ext cx="0" cy="1905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kumimoji="1" lang="zh-CN" altLang="en-US">
              <a:solidFill>
                <a:prstClr val="black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73827" name="Text Box 193"/>
          <p:cNvSpPr txBox="1">
            <a:spLocks noChangeArrowheads="1"/>
          </p:cNvSpPr>
          <p:nvPr/>
        </p:nvSpPr>
        <p:spPr bwMode="auto">
          <a:xfrm>
            <a:off x="4419600" y="3429000"/>
            <a:ext cx="990600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ß"/>
              <a:defRPr sz="3200">
                <a:solidFill>
                  <a:schemeClr val="tx1"/>
                </a:solidFill>
                <a:latin typeface="Franklin Gothic Book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Þ"/>
              <a:defRPr sz="2800">
                <a:solidFill>
                  <a:schemeClr val="tx1"/>
                </a:solidFill>
                <a:latin typeface="Franklin Gothic Book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"/>
              <a:defRPr sz="2400">
                <a:solidFill>
                  <a:schemeClr val="tx1"/>
                </a:solidFill>
                <a:latin typeface="Franklin Gothic Book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"/>
              <a:defRPr sz="2000">
                <a:solidFill>
                  <a:schemeClr val="tx1"/>
                </a:solidFill>
                <a:latin typeface="Franklin Gothic Book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ko-KR" sz="1400">
                <a:solidFill>
                  <a:prstClr val="black"/>
                </a:solidFill>
                <a:latin typeface="Tahoma" pitchFamily="34" charset="0"/>
                <a:ea typeface="Gulim" pitchFamily="34" charset="-127"/>
              </a:rPr>
              <a:t>reassign</a:t>
            </a:r>
          </a:p>
        </p:txBody>
      </p:sp>
    </p:spTree>
    <p:extLst>
      <p:ext uri="{BB962C8B-B14F-4D97-AF65-F5344CB8AC3E}">
        <p14:creationId xmlns:p14="http://schemas.microsoft.com/office/powerpoint/2010/main" val="4199370070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950" y="288925"/>
            <a:ext cx="8893175" cy="51879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400" b="1">
                <a:latin typeface="仿宋_GB2312" pitchFamily="49" charset="-122"/>
                <a:ea typeface="仿宋_GB2312" pitchFamily="49" charset="-122"/>
              </a:rPr>
              <a:t>思路：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zh-CN" altLang="zh-CN" sz="2400" b="1">
                <a:latin typeface="仿宋_GB2312" pitchFamily="49" charset="-122"/>
                <a:ea typeface="仿宋_GB2312" pitchFamily="49" charset="-122"/>
              </a:rPr>
              <a:t>1.</a:t>
            </a:r>
            <a:r>
              <a:rPr lang="zh-CN" altLang="en-US" sz="2400" b="1">
                <a:latin typeface="仿宋_GB2312" pitchFamily="49" charset="-122"/>
                <a:ea typeface="仿宋_GB2312" pitchFamily="49" charset="-122"/>
              </a:rPr>
              <a:t>指定最后要聚成</a:t>
            </a:r>
            <a:r>
              <a:rPr lang="en-US" altLang="zh-CN" sz="2400" b="1">
                <a:latin typeface="仿宋_GB2312" pitchFamily="49" charset="-122"/>
                <a:ea typeface="仿宋_GB2312" pitchFamily="49" charset="-122"/>
              </a:rPr>
              <a:t>K</a:t>
            </a:r>
            <a:r>
              <a:rPr lang="zh-CN" altLang="en-US" sz="2400" b="1">
                <a:latin typeface="仿宋_GB2312" pitchFamily="49" charset="-122"/>
                <a:ea typeface="仿宋_GB2312" pitchFamily="49" charset="-122"/>
              </a:rPr>
              <a:t>类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400" b="1">
                <a:latin typeface="仿宋_GB2312" pitchFamily="49" charset="-122"/>
                <a:ea typeface="仿宋_GB2312" pitchFamily="49" charset="-122"/>
              </a:rPr>
              <a:t>2.指定</a:t>
            </a:r>
            <a:r>
              <a:rPr lang="en-US" altLang="en-US" sz="2400" b="1">
                <a:latin typeface="仿宋_GB2312" pitchFamily="49" charset="-122"/>
                <a:ea typeface="仿宋_GB2312" pitchFamily="49" charset="-122"/>
              </a:rPr>
              <a:t>k</a:t>
            </a:r>
            <a:r>
              <a:rPr lang="zh-CN" altLang="en-US" sz="2400" b="1">
                <a:latin typeface="仿宋_GB2312" pitchFamily="49" charset="-122"/>
                <a:ea typeface="仿宋_GB2312" pitchFamily="49" charset="-122"/>
              </a:rPr>
              <a:t>个样本作为初始类中心</a:t>
            </a:r>
          </a:p>
          <a:p>
            <a:pPr>
              <a:buFont typeface="Wingdings" pitchFamily="2" charset="2"/>
              <a:buNone/>
            </a:pPr>
            <a:r>
              <a:rPr lang="zh-CN" altLang="en-US" sz="2400" b="1">
                <a:latin typeface="仿宋_GB2312" pitchFamily="49" charset="-122"/>
                <a:ea typeface="仿宋_GB2312" pitchFamily="49" charset="-122"/>
              </a:rPr>
              <a:t>3.按照距</a:t>
            </a:r>
            <a:r>
              <a:rPr lang="en-US" altLang="en-US" sz="2400" b="1">
                <a:latin typeface="仿宋_GB2312" pitchFamily="49" charset="-122"/>
                <a:ea typeface="仿宋_GB2312" pitchFamily="49" charset="-122"/>
              </a:rPr>
              <a:t>k</a:t>
            </a:r>
            <a:r>
              <a:rPr lang="zh-CN" altLang="en-US" sz="2400" b="1">
                <a:latin typeface="仿宋_GB2312" pitchFamily="49" charset="-122"/>
                <a:ea typeface="仿宋_GB2312" pitchFamily="49" charset="-122"/>
              </a:rPr>
              <a:t>个中心距离最近的原则把每个样本分派到各中心所在的类中去,形成一个新的</a:t>
            </a:r>
            <a:r>
              <a:rPr lang="en-US" altLang="en-US" sz="2400" b="1">
                <a:latin typeface="仿宋_GB2312" pitchFamily="49" charset="-122"/>
                <a:ea typeface="仿宋_GB2312" pitchFamily="49" charset="-122"/>
              </a:rPr>
              <a:t>k</a:t>
            </a:r>
            <a:r>
              <a:rPr lang="zh-CN" altLang="en-US" sz="2400" b="1">
                <a:latin typeface="仿宋_GB2312" pitchFamily="49" charset="-122"/>
                <a:ea typeface="仿宋_GB2312" pitchFamily="49" charset="-122"/>
              </a:rPr>
              <a:t>类，完成一次迭代</a:t>
            </a:r>
            <a:endParaRPr lang="zh-CN" altLang="zh-CN" sz="2400" b="1">
              <a:latin typeface="仿宋_GB2312" pitchFamily="49" charset="-122"/>
              <a:ea typeface="仿宋_GB2312" pitchFamily="49" charset="-122"/>
            </a:endParaRPr>
          </a:p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400" b="1">
                <a:latin typeface="仿宋_GB2312" pitchFamily="49" charset="-122"/>
                <a:ea typeface="仿宋_GB2312" pitchFamily="49" charset="-122"/>
              </a:rPr>
              <a:t>4.重新计算</a:t>
            </a:r>
            <a:r>
              <a:rPr lang="en-US" altLang="en-US" sz="2400" b="1">
                <a:latin typeface="仿宋_GB2312" pitchFamily="49" charset="-122"/>
                <a:ea typeface="仿宋_GB2312" pitchFamily="49" charset="-122"/>
              </a:rPr>
              <a:t>k</a:t>
            </a:r>
            <a:r>
              <a:rPr lang="zh-CN" altLang="en-US" sz="2400" b="1">
                <a:latin typeface="仿宋_GB2312" pitchFamily="49" charset="-122"/>
                <a:ea typeface="仿宋_GB2312" pitchFamily="49" charset="-122"/>
              </a:rPr>
              <a:t>个类的类中心(计算每类各变量的均值,以均值点作为类中心</a:t>
            </a:r>
            <a:r>
              <a:rPr lang="zh-CN" altLang="zh-CN" sz="2400" b="1">
                <a:latin typeface="仿宋_GB2312" pitchFamily="49" charset="-122"/>
                <a:ea typeface="仿宋_GB2312" pitchFamily="49" charset="-122"/>
              </a:rPr>
              <a:t>)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zh-CN" altLang="zh-CN" sz="2400" b="1">
                <a:latin typeface="仿宋_GB2312" pitchFamily="49" charset="-122"/>
                <a:ea typeface="仿宋_GB2312" pitchFamily="49" charset="-122"/>
              </a:rPr>
              <a:t>5.</a:t>
            </a:r>
            <a:r>
              <a:rPr lang="zh-CN" altLang="en-US" sz="2400" b="1">
                <a:latin typeface="仿宋_GB2312" pitchFamily="49" charset="-122"/>
                <a:ea typeface="仿宋_GB2312" pitchFamily="49" charset="-122"/>
              </a:rPr>
              <a:t>重复3步和4步，直到达到指定的迭代次数或达到终止迭代的条件</a:t>
            </a:r>
            <a:endParaRPr lang="en-US" altLang="zh-CN" sz="2400" b="1">
              <a:latin typeface="仿宋_GB2312" pitchFamily="49" charset="-122"/>
              <a:ea typeface="仿宋_GB2312" pitchFamily="49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sz="2000" b="1">
                <a:latin typeface="仿宋_GB2312" pitchFamily="49" charset="-122"/>
                <a:ea typeface="仿宋_GB2312" pitchFamily="49" charset="-122"/>
              </a:rPr>
              <a:t>达到指定迭代次数(</a:t>
            </a:r>
            <a:r>
              <a:rPr lang="en-US" altLang="en-US" sz="2000" b="1">
                <a:latin typeface="仿宋_GB2312" pitchFamily="49" charset="-122"/>
                <a:ea typeface="仿宋_GB2312" pitchFamily="49" charset="-122"/>
              </a:rPr>
              <a:t>maximum iteration),</a:t>
            </a:r>
            <a:r>
              <a:rPr lang="zh-CN" altLang="en-US" sz="2000" b="1">
                <a:latin typeface="仿宋_GB2312" pitchFamily="49" charset="-122"/>
                <a:ea typeface="仿宋_GB2312" pitchFamily="49" charset="-122"/>
              </a:rPr>
              <a:t>默认10次。</a:t>
            </a:r>
          </a:p>
          <a:p>
            <a:pPr lvl="1">
              <a:lnSpc>
                <a:spcPct val="130000"/>
              </a:lnSpc>
            </a:pPr>
            <a:r>
              <a:rPr lang="zh-CN" altLang="en-US" sz="2000" b="1">
                <a:latin typeface="仿宋_GB2312" pitchFamily="49" charset="-122"/>
                <a:ea typeface="仿宋_GB2312" pitchFamily="49" charset="-122"/>
              </a:rPr>
              <a:t>收敛标准(</a:t>
            </a:r>
            <a:r>
              <a:rPr lang="en-US" altLang="zh-CN" sz="2000" b="1">
                <a:latin typeface="仿宋_GB2312" pitchFamily="49" charset="-122"/>
                <a:ea typeface="仿宋_GB2312" pitchFamily="49" charset="-122"/>
              </a:rPr>
              <a:t>convergence),</a:t>
            </a:r>
            <a:r>
              <a:rPr lang="zh-CN" altLang="en-US" sz="2000" b="1">
                <a:latin typeface="仿宋_GB2312" pitchFamily="49" charset="-122"/>
                <a:ea typeface="仿宋_GB2312" pitchFamily="49" charset="-122"/>
              </a:rPr>
              <a:t>默认0.02，即：本次迭代产生的任意新类,各中心位置变化较小.其中最大的变化率小于2%.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endParaRPr lang="zh-CN" altLang="zh-CN" sz="2400" b="1">
              <a:latin typeface="仿宋_GB2312" pitchFamily="49" charset="-122"/>
              <a:ea typeface="仿宋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07780501"/>
      </p:ext>
    </p:extLst>
  </p:cSld>
  <p:clrMapOvr>
    <a:masterClrMapping/>
  </p:clrMapOvr>
  <p:transition>
    <p:wipe dir="r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2" descr="C:\Users\Shinelon\Desktop\k评价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4" y="1252459"/>
            <a:ext cx="6286490" cy="1737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K-means</a:t>
            </a:r>
            <a:r>
              <a:rPr lang="zh-CN" altLang="zh-CN" dirty="0"/>
              <a:t>聚类算法的</a:t>
            </a:r>
            <a:r>
              <a:rPr lang="zh-CN" altLang="en-US" dirty="0"/>
              <a:t>评价指标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1260324"/>
            <a:ext cx="8229600" cy="3905250"/>
          </a:xfrm>
        </p:spPr>
        <p:txBody>
          <a:bodyPr/>
          <a:lstStyle/>
          <a:p>
            <a:r>
              <a:rPr lang="zh-CN" altLang="en-US" sz="2800" dirty="0"/>
              <a:t>簇内平方和</a:t>
            </a:r>
            <a:endParaRPr lang="en-US" altLang="zh-CN" sz="2800" dirty="0"/>
          </a:p>
          <a:p>
            <a:endParaRPr lang="en-US" altLang="zh-CN" sz="2800" dirty="0"/>
          </a:p>
          <a:p>
            <a:r>
              <a:rPr lang="zh-CN" altLang="en-US" sz="2800" dirty="0"/>
              <a:t>整体平方和</a:t>
            </a:r>
          </a:p>
        </p:txBody>
      </p:sp>
      <p:pic>
        <p:nvPicPr>
          <p:cNvPr id="40963" name="Picture 3" descr="C:\Users\Shinelon\AppData\Roaming\Tencent\Users\466421382\QQ\WinTemp\RichOle\[{WEG4)_}1MJZN65_8PZ8ZQ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7" y="2986960"/>
            <a:ext cx="3873229" cy="2534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/>
          <p:cNvSpPr/>
          <p:nvPr/>
        </p:nvSpPr>
        <p:spPr>
          <a:xfrm>
            <a:off x="4544699" y="3100216"/>
            <a:ext cx="4572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/>
              <a:t>对于任意数据集而言，聚类误差平方和和质心数量高度相关，随着质心增加误差平方和将逐渐下降，虽然下降过程偶尔会有小幅起伏，不是严格递减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58199316"/>
      </p:ext>
    </p:extLst>
  </p:cSld>
  <p:clrMapOvr>
    <a:masterClrMapping/>
  </p:clrMapOvr>
  <p:transition>
    <p:wipe dir="r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评价指标</a:t>
            </a:r>
            <a:r>
              <a:rPr lang="en-US" altLang="zh-CN" dirty="0"/>
              <a:t>——</a:t>
            </a:r>
            <a:r>
              <a:rPr lang="zh-CN" altLang="en-US" dirty="0"/>
              <a:t>误差平方和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1260324"/>
            <a:ext cx="8229600" cy="3905250"/>
          </a:xfrm>
        </p:spPr>
        <p:txBody>
          <a:bodyPr/>
          <a:lstStyle/>
          <a:p>
            <a:r>
              <a:rPr lang="zh-CN" altLang="en-US" sz="2800" dirty="0"/>
              <a:t>误差平方和还与数据集本身数据量大小、量纲大小、数据维度高度相关，数据量越大、量纲越大、维度越高则在相同质心数量情况下误差平方和也将更大</a:t>
            </a:r>
          </a:p>
          <a:p>
            <a:endParaRPr lang="zh-CN" altLang="en-US" sz="2800" dirty="0"/>
          </a:p>
        </p:txBody>
      </p:sp>
      <p:pic>
        <p:nvPicPr>
          <p:cNvPr id="41986" name="Picture 2" descr="C:\Users\Shinelon\Desktop\特点7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3" y="2713484"/>
            <a:ext cx="4280411" cy="2808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7451372"/>
      </p:ext>
    </p:extLst>
  </p:cSld>
  <p:clrMapOvr>
    <a:masterClrMapping/>
  </p:clrMapOvr>
  <p:transition>
    <p:wipe dir="r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K-means</a:t>
            </a:r>
            <a:r>
              <a:rPr lang="zh-CN" altLang="zh-CN" dirty="0"/>
              <a:t>聚类算法的优点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 dirty="0"/>
              <a:t>1</a:t>
            </a:r>
            <a:r>
              <a:rPr lang="zh-CN" altLang="zh-CN" sz="2800" dirty="0"/>
              <a:t>）算法简单、快速。</a:t>
            </a:r>
          </a:p>
          <a:p>
            <a:r>
              <a:rPr lang="en-US" altLang="zh-CN" sz="2800" dirty="0"/>
              <a:t>2</a:t>
            </a:r>
            <a:r>
              <a:rPr lang="zh-CN" altLang="zh-CN" sz="2800" dirty="0"/>
              <a:t>）能处理大数据集，因为它的复杂度大约是</a:t>
            </a:r>
            <a:r>
              <a:rPr lang="en-US" altLang="zh-CN" sz="2800" i="1" dirty="0"/>
              <a:t>O</a:t>
            </a:r>
            <a:r>
              <a:rPr lang="en-US" altLang="zh-CN" sz="2800" dirty="0"/>
              <a:t>(</a:t>
            </a:r>
            <a:r>
              <a:rPr lang="en-US" altLang="zh-CN" sz="2800" i="1" dirty="0"/>
              <a:t>nkt</a:t>
            </a:r>
            <a:r>
              <a:rPr lang="en-US" altLang="zh-CN" sz="2800" dirty="0"/>
              <a:t>)</a:t>
            </a:r>
            <a:r>
              <a:rPr lang="zh-CN" altLang="zh-CN" sz="2800" dirty="0"/>
              <a:t>。通常</a:t>
            </a:r>
            <a:r>
              <a:rPr lang="en-US" altLang="zh-CN" sz="2800" i="1" dirty="0"/>
              <a:t>k</a:t>
            </a:r>
            <a:r>
              <a:rPr lang="en-US" altLang="zh-CN" sz="2800" dirty="0"/>
              <a:t>&lt;&lt;</a:t>
            </a:r>
            <a:r>
              <a:rPr lang="en-US" altLang="zh-CN" sz="2800" i="1" dirty="0"/>
              <a:t>n</a:t>
            </a:r>
            <a:r>
              <a:rPr lang="en-US" altLang="zh-CN" sz="2800" dirty="0"/>
              <a:t> </a:t>
            </a:r>
            <a:r>
              <a:rPr lang="zh-CN" altLang="zh-CN" sz="2800" dirty="0"/>
              <a:t>。这个算法经常以局部最优结束。</a:t>
            </a:r>
          </a:p>
          <a:p>
            <a:r>
              <a:rPr lang="en-US" altLang="zh-CN" sz="2800" dirty="0"/>
              <a:t>3</a:t>
            </a:r>
            <a:r>
              <a:rPr lang="zh-CN" altLang="zh-CN" sz="2800" dirty="0"/>
              <a:t>）算法尝试找出使平方误差函数值最小的</a:t>
            </a:r>
            <a:r>
              <a:rPr lang="en-US" altLang="zh-CN" sz="2800" i="1" dirty="0"/>
              <a:t>k</a:t>
            </a:r>
            <a:r>
              <a:rPr lang="zh-CN" altLang="zh-CN" sz="2800" dirty="0"/>
              <a:t>个划分。当簇是密集的、球状或团状的，而簇与簇之间区别明显时，它的聚类效果较好。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943844022"/>
      </p:ext>
    </p:extLst>
  </p:cSld>
  <p:clrMapOvr>
    <a:masterClrMapping/>
  </p:clrMapOvr>
  <p:transition>
    <p:wipe dir="r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K-means</a:t>
            </a:r>
            <a:r>
              <a:rPr lang="zh-CN" altLang="zh-CN" dirty="0"/>
              <a:t>聚类算法的</a:t>
            </a:r>
            <a:r>
              <a:rPr lang="zh-CN" altLang="en-US" dirty="0"/>
              <a:t>缺</a:t>
            </a:r>
            <a:r>
              <a:rPr lang="zh-CN" altLang="zh-CN" dirty="0"/>
              <a:t>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201316"/>
            <a:ext cx="8229600" cy="3905250"/>
          </a:xfrm>
        </p:spPr>
        <p:txBody>
          <a:bodyPr/>
          <a:lstStyle/>
          <a:p>
            <a:r>
              <a:rPr lang="en-US" altLang="zh-CN" sz="2600" dirty="0"/>
              <a:t>1</a:t>
            </a:r>
            <a:r>
              <a:rPr lang="zh-CN" altLang="zh-CN" sz="2600" dirty="0"/>
              <a:t>）</a:t>
            </a:r>
            <a:r>
              <a:rPr lang="en-US" altLang="zh-CN" sz="2600" dirty="0"/>
              <a:t>K-means</a:t>
            </a:r>
            <a:r>
              <a:rPr lang="zh-CN" altLang="zh-CN" sz="2600" dirty="0"/>
              <a:t>聚类算法只有在簇的平均值被定义的情况下才能使用，不适用于某些应用，如涉及有分类属性的数据不适用。</a:t>
            </a:r>
          </a:p>
          <a:p>
            <a:r>
              <a:rPr lang="en-US" altLang="zh-CN" sz="2600" dirty="0"/>
              <a:t>2</a:t>
            </a:r>
            <a:r>
              <a:rPr lang="zh-CN" altLang="zh-CN" sz="2600" dirty="0"/>
              <a:t>）要求用户必须事先给出要生成的簇的数目</a:t>
            </a:r>
            <a:r>
              <a:rPr lang="en-US" altLang="zh-CN" sz="2600" i="1" dirty="0"/>
              <a:t>k</a:t>
            </a:r>
            <a:r>
              <a:rPr lang="zh-CN" altLang="zh-CN" sz="2600" dirty="0"/>
              <a:t>。</a:t>
            </a:r>
          </a:p>
          <a:p>
            <a:r>
              <a:rPr lang="en-US" altLang="zh-CN" sz="2600" dirty="0"/>
              <a:t>3</a:t>
            </a:r>
            <a:r>
              <a:rPr lang="zh-CN" altLang="zh-CN" sz="2600" dirty="0"/>
              <a:t>）对初值敏感，对于不同的初始值，可能会导致不同的聚类结果。</a:t>
            </a:r>
          </a:p>
          <a:p>
            <a:r>
              <a:rPr lang="en-US" altLang="zh-CN" sz="2600" dirty="0"/>
              <a:t>4</a:t>
            </a:r>
            <a:r>
              <a:rPr lang="zh-CN" altLang="zh-CN" sz="2600" dirty="0"/>
              <a:t>）不适合于发现非凸面形状的簇，或者大小差别很大的簇。</a:t>
            </a:r>
          </a:p>
          <a:p>
            <a:r>
              <a:rPr lang="en-US" altLang="zh-CN" sz="2600" dirty="0"/>
              <a:t>5</a:t>
            </a:r>
            <a:r>
              <a:rPr lang="zh-CN" altLang="zh-CN" sz="2600" dirty="0"/>
              <a:t>）对于“噪声”和孤立点数据</a:t>
            </a:r>
            <a:r>
              <a:rPr lang="zh-CN" altLang="zh-CN" sz="2600"/>
              <a:t>敏感</a:t>
            </a:r>
            <a:endParaRPr lang="zh-CN" altLang="en-US" sz="2600" dirty="0"/>
          </a:p>
        </p:txBody>
      </p:sp>
    </p:spTree>
    <p:extLst>
      <p:ext uri="{BB962C8B-B14F-4D97-AF65-F5344CB8AC3E}">
        <p14:creationId xmlns:p14="http://schemas.microsoft.com/office/powerpoint/2010/main" val="1807513687"/>
      </p:ext>
    </p:extLst>
  </p:cSld>
  <p:clrMapOvr>
    <a:masterClrMapping/>
  </p:clrMapOvr>
  <p:transition>
    <p:wipe dir="r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非凸形状的簇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3010" name="Picture 2" descr="C:\Users\Shinelon\Desktop\非凸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137190"/>
            <a:ext cx="6840760" cy="4458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0953472"/>
      </p:ext>
    </p:extLst>
  </p:cSld>
  <p:clrMapOvr>
    <a:masterClrMapping/>
  </p:clrMapOvr>
  <p:transition>
    <p:wipe dir="r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73025" y="5334000"/>
            <a:ext cx="3200400" cy="236538"/>
          </a:xfrm>
        </p:spPr>
        <p:txBody>
          <a:bodyPr anchor="b"/>
          <a:lstStyle/>
          <a:p>
            <a:pPr algn="l">
              <a:defRPr/>
            </a:pPr>
            <a:r>
              <a:rPr lang="en-US" altLang="zh-CN">
                <a:solidFill>
                  <a:srgbClr val="2F2F2F">
                    <a:lumMod val="75000"/>
                    <a:lumOff val="25000"/>
                  </a:srgbClr>
                </a:solidFill>
              </a:rPr>
              <a:t>Company Name</a:t>
            </a:r>
            <a:endParaRPr lang="en-US" altLang="zh-CN" sz="1800">
              <a:solidFill>
                <a:srgbClr val="2F2F2F">
                  <a:lumMod val="75000"/>
                  <a:lumOff val="25000"/>
                </a:srgbClr>
              </a:solidFill>
              <a:latin typeface="Arial" pitchFamily="34" charset="0"/>
            </a:endParaRPr>
          </a:p>
        </p:txBody>
      </p:sp>
      <p:sp>
        <p:nvSpPr>
          <p:cNvPr id="5" name="日期占位符 5"/>
          <p:cNvSpPr>
            <a:spLocks noGrp="1"/>
          </p:cNvSpPr>
          <p:nvPr>
            <p:ph type="dt" sz="quarter" idx="10"/>
          </p:nvPr>
        </p:nvSpPr>
        <p:spPr>
          <a:xfrm>
            <a:off x="4114800" y="5334000"/>
            <a:ext cx="914400" cy="236538"/>
          </a:xfrm>
        </p:spPr>
        <p:txBody>
          <a:bodyPr lIns="45720" rIns="45720" anchor="ctr"/>
          <a:lstStyle/>
          <a:p>
            <a:pPr algn="ctr">
              <a:defRPr/>
            </a:pPr>
            <a:r>
              <a:rPr lang="en-US" altLang="zh-CN">
                <a:solidFill>
                  <a:srgbClr val="2F2F2F">
                    <a:lumMod val="75000"/>
                    <a:lumOff val="25000"/>
                  </a:srgbClr>
                </a:solidFill>
              </a:rPr>
              <a:t>www.SucaiFengbao.com</a:t>
            </a:r>
            <a:endParaRPr lang="en-US" altLang="zh-CN" sz="1800">
              <a:solidFill>
                <a:srgbClr val="2F2F2F">
                  <a:lumMod val="75000"/>
                  <a:lumOff val="25000"/>
                </a:srgbClr>
              </a:solidFill>
              <a:latin typeface="Arial" pitchFamily="34" charset="0"/>
            </a:endParaRPr>
          </a:p>
        </p:txBody>
      </p:sp>
      <p:sp>
        <p:nvSpPr>
          <p:cNvPr id="7578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>
                <a:ea typeface="宋体" pitchFamily="2" charset="-122"/>
              </a:rPr>
              <a:t>K-means</a:t>
            </a:r>
            <a:r>
              <a:rPr lang="zh-CN" altLang="en-US" sz="3200" b="1">
                <a:ea typeface="宋体" pitchFamily="2" charset="-122"/>
              </a:rPr>
              <a:t>聚类的</a:t>
            </a:r>
            <a:r>
              <a:rPr lang="en-US" altLang="zh-CN" sz="3200" b="1">
                <a:ea typeface="宋体" pitchFamily="2" charset="-122"/>
              </a:rPr>
              <a:t>Map Reduce</a:t>
            </a:r>
            <a:r>
              <a:rPr lang="zh-CN" altLang="en-US" sz="3200" b="1">
                <a:ea typeface="宋体" pitchFamily="2" charset="-122"/>
              </a:rPr>
              <a:t>并行化算法</a:t>
            </a:r>
          </a:p>
        </p:txBody>
      </p:sp>
      <p:sp>
        <p:nvSpPr>
          <p:cNvPr id="7578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>
                <a:ea typeface="宋体" pitchFamily="2" charset="-122"/>
              </a:rPr>
              <a:t>基本思路：将需要重复执行的步骤写到</a:t>
            </a:r>
            <a:r>
              <a:rPr lang="en-US" altLang="zh-CN" b="1">
                <a:ea typeface="宋体" pitchFamily="2" charset="-122"/>
              </a:rPr>
              <a:t>Map</a:t>
            </a:r>
            <a:r>
              <a:rPr lang="zh-CN" altLang="en-US" b="1">
                <a:ea typeface="宋体" pitchFamily="2" charset="-122"/>
              </a:rPr>
              <a:t>函数中。</a:t>
            </a:r>
          </a:p>
          <a:p>
            <a:pPr lvl="1"/>
            <a:r>
              <a:rPr lang="en-US" altLang="zh-CN" b="1">
                <a:ea typeface="宋体" pitchFamily="2" charset="-122"/>
              </a:rPr>
              <a:t>Map()</a:t>
            </a:r>
            <a:r>
              <a:rPr lang="zh-CN" altLang="en-US" b="1">
                <a:ea typeface="宋体" pitchFamily="2" charset="-122"/>
              </a:rPr>
              <a:t>函数计算每个对象到中心点的距离，选择距每个对象最近的中心点，并输出</a:t>
            </a:r>
            <a:r>
              <a:rPr lang="en-US" altLang="zh-CN" b="1">
                <a:ea typeface="宋体" pitchFamily="2" charset="-122"/>
              </a:rPr>
              <a:t>&lt;</a:t>
            </a:r>
            <a:r>
              <a:rPr lang="zh-CN" altLang="en-US" b="1">
                <a:ea typeface="宋体" pitchFamily="2" charset="-122"/>
              </a:rPr>
              <a:t>中心点</a:t>
            </a:r>
            <a:r>
              <a:rPr lang="en-US" altLang="zh-CN" b="1">
                <a:ea typeface="宋体" pitchFamily="2" charset="-122"/>
              </a:rPr>
              <a:t>, </a:t>
            </a:r>
            <a:r>
              <a:rPr lang="zh-CN" altLang="en-US" b="1">
                <a:ea typeface="宋体" pitchFamily="2" charset="-122"/>
              </a:rPr>
              <a:t>对象</a:t>
            </a:r>
            <a:r>
              <a:rPr lang="en-US" altLang="zh-CN" b="1">
                <a:ea typeface="宋体" pitchFamily="2" charset="-122"/>
              </a:rPr>
              <a:t>&gt;</a:t>
            </a:r>
            <a:r>
              <a:rPr lang="zh-CN" altLang="en-US" b="1">
                <a:ea typeface="宋体" pitchFamily="2" charset="-122"/>
              </a:rPr>
              <a:t>对。</a:t>
            </a:r>
          </a:p>
          <a:p>
            <a:pPr lvl="1"/>
            <a:r>
              <a:rPr lang="en-US" altLang="zh-CN" b="1">
                <a:ea typeface="宋体" pitchFamily="2" charset="-122"/>
              </a:rPr>
              <a:t>Reduce()</a:t>
            </a:r>
            <a:r>
              <a:rPr lang="zh-CN" altLang="en-US" b="1">
                <a:ea typeface="宋体" pitchFamily="2" charset="-122"/>
              </a:rPr>
              <a:t>函数计算每个聚类中对象的距离均值，并将这</a:t>
            </a:r>
            <a:r>
              <a:rPr lang="en-US" altLang="zh-CN" b="1">
                <a:ea typeface="宋体" pitchFamily="2" charset="-122"/>
              </a:rPr>
              <a:t>K</a:t>
            </a:r>
            <a:r>
              <a:rPr lang="zh-CN" altLang="en-US" b="1">
                <a:ea typeface="宋体" pitchFamily="2" charset="-122"/>
              </a:rPr>
              <a:t>个均值作为下一轮初始中心点</a:t>
            </a:r>
          </a:p>
        </p:txBody>
      </p:sp>
    </p:spTree>
    <p:extLst>
      <p:ext uri="{BB962C8B-B14F-4D97-AF65-F5344CB8AC3E}">
        <p14:creationId xmlns:p14="http://schemas.microsoft.com/office/powerpoint/2010/main" val="220238391"/>
      </p:ext>
    </p:extLst>
  </p:cSld>
  <p:clrMapOvr>
    <a:masterClrMapping/>
  </p:clrMapOvr>
  <p:transition>
    <p:wipe dir="r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K-means</a:t>
            </a:r>
            <a:r>
              <a:rPr lang="zh-CN" altLang="zh-CN" dirty="0"/>
              <a:t>聚类算法的</a:t>
            </a:r>
            <a:r>
              <a:rPr lang="en-US" altLang="zh-CN" dirty="0"/>
              <a:t>Sklearn</a:t>
            </a:r>
            <a:r>
              <a:rPr lang="zh-CN" altLang="zh-CN" dirty="0"/>
              <a:t>实现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/>
              <a:t>import numpy as np</a:t>
            </a:r>
            <a:endParaRPr lang="zh-CN" altLang="zh-CN" sz="2000" dirty="0"/>
          </a:p>
          <a:p>
            <a:r>
              <a:rPr lang="en-US" altLang="zh-CN" sz="2000" dirty="0"/>
              <a:t>import matplotlib.pyplot as plt</a:t>
            </a:r>
            <a:endParaRPr lang="zh-CN" altLang="zh-CN" sz="2000" dirty="0"/>
          </a:p>
          <a:p>
            <a:r>
              <a:rPr lang="en-US" altLang="zh-CN" sz="2000" dirty="0"/>
              <a:t>from sklearn.cluster import KMeans</a:t>
            </a:r>
            <a:endParaRPr lang="zh-CN" altLang="zh-CN" sz="2000" dirty="0"/>
          </a:p>
          <a:p>
            <a:r>
              <a:rPr lang="en-US" altLang="zh-CN" sz="2000" dirty="0"/>
              <a:t>X1,X2= [],[]</a:t>
            </a:r>
            <a:endParaRPr lang="zh-CN" altLang="zh-CN" sz="2000" dirty="0"/>
          </a:p>
          <a:p>
            <a:r>
              <a:rPr lang="en-US" altLang="zh-CN" sz="2000" dirty="0"/>
              <a:t>fr = open('C:\\km.txt')</a:t>
            </a:r>
            <a:endParaRPr lang="zh-CN" altLang="zh-CN" sz="2000" dirty="0"/>
          </a:p>
          <a:p>
            <a:r>
              <a:rPr lang="en-US" altLang="zh-CN" sz="2000" dirty="0"/>
              <a:t>for line in fr.readlines():</a:t>
            </a:r>
            <a:endParaRPr lang="zh-CN" altLang="zh-CN" sz="2000" dirty="0"/>
          </a:p>
          <a:p>
            <a:r>
              <a:rPr lang="en-US" altLang="zh-CN" sz="2000" dirty="0"/>
              <a:t>    lineArr = line.strip().split()       </a:t>
            </a:r>
            <a:endParaRPr lang="zh-CN" altLang="zh-CN" sz="2000" dirty="0"/>
          </a:p>
          <a:p>
            <a:r>
              <a:rPr lang="en-US" altLang="zh-CN" sz="2000" dirty="0"/>
              <a:t>    X1.append([int(lineArr[0])])</a:t>
            </a:r>
            <a:endParaRPr lang="zh-CN" altLang="zh-CN" sz="2000" dirty="0"/>
          </a:p>
          <a:p>
            <a:r>
              <a:rPr lang="en-US" altLang="zh-CN" sz="2000" dirty="0"/>
              <a:t>    X2.append([int(lineArr[1])])</a:t>
            </a:r>
            <a:endParaRPr lang="zh-CN" altLang="zh-CN" sz="2000" dirty="0"/>
          </a:p>
          <a:p>
            <a:r>
              <a:rPr lang="en-US" altLang="zh-CN" sz="2000" dirty="0"/>
              <a:t>X = np.array(list(zip(X1, X2))).reshape(len(X1), 2)</a:t>
            </a:r>
            <a:endParaRPr lang="zh-CN" altLang="zh-CN" sz="2000" dirty="0"/>
          </a:p>
          <a:p>
            <a:endParaRPr lang="zh-CN" altLang="en-US" dirty="0"/>
          </a:p>
        </p:txBody>
      </p:sp>
      <p:pic>
        <p:nvPicPr>
          <p:cNvPr id="44034" name="Picture 2" descr="kmeans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1273324"/>
            <a:ext cx="3620184" cy="2448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20484673"/>
      </p:ext>
    </p:extLst>
  </p:cSld>
  <p:clrMapOvr>
    <a:masterClrMapping/>
  </p:clrMapOvr>
  <p:transition>
    <p:wipe dir="r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337220"/>
            <a:ext cx="8229600" cy="4901530"/>
          </a:xfrm>
        </p:spPr>
        <p:txBody>
          <a:bodyPr/>
          <a:lstStyle/>
          <a:p>
            <a:pPr lvl="0">
              <a:buClr>
                <a:srgbClr val="2F2F2F"/>
              </a:buClr>
            </a:pPr>
            <a:r>
              <a:rPr lang="en-US" altLang="zh-CN" sz="2000" dirty="0">
                <a:solidFill>
                  <a:prstClr val="black"/>
                </a:solidFill>
              </a:rPr>
              <a:t>model = KMeans(3).fit(X)	 #</a:t>
            </a:r>
            <a:r>
              <a:rPr lang="zh-CN" altLang="zh-CN" sz="2000" dirty="0">
                <a:solidFill>
                  <a:prstClr val="black"/>
                </a:solidFill>
              </a:rPr>
              <a:t>调用</a:t>
            </a:r>
            <a:r>
              <a:rPr lang="en-US" altLang="zh-CN" sz="2000" dirty="0">
                <a:solidFill>
                  <a:prstClr val="black"/>
                </a:solidFill>
              </a:rPr>
              <a:t>fit</a:t>
            </a:r>
            <a:r>
              <a:rPr lang="zh-CN" altLang="zh-CN" sz="2000" dirty="0">
                <a:solidFill>
                  <a:prstClr val="black"/>
                </a:solidFill>
              </a:rPr>
              <a:t>方法进行聚类，聚类数为</a:t>
            </a:r>
            <a:r>
              <a:rPr lang="en-US" altLang="zh-CN" sz="2000" dirty="0">
                <a:solidFill>
                  <a:prstClr val="black"/>
                </a:solidFill>
              </a:rPr>
              <a:t>3</a:t>
            </a:r>
            <a:endParaRPr lang="zh-CN" altLang="zh-CN" sz="2000" dirty="0">
              <a:solidFill>
                <a:prstClr val="black"/>
              </a:solidFill>
            </a:endParaRPr>
          </a:p>
          <a:p>
            <a:pPr lvl="0">
              <a:buClr>
                <a:srgbClr val="2F2F2F"/>
              </a:buClr>
            </a:pPr>
            <a:r>
              <a:rPr lang="en-US" altLang="zh-CN" sz="2000" dirty="0">
                <a:solidFill>
                  <a:prstClr val="black"/>
                </a:solidFill>
              </a:rPr>
              <a:t>colors = ['b', 'g', 'r', 'c']</a:t>
            </a:r>
            <a:endParaRPr lang="zh-CN" altLang="zh-CN" sz="2000" dirty="0">
              <a:solidFill>
                <a:prstClr val="black"/>
              </a:solidFill>
            </a:endParaRPr>
          </a:p>
          <a:p>
            <a:pPr lvl="0">
              <a:buClr>
                <a:srgbClr val="2F2F2F"/>
              </a:buClr>
            </a:pPr>
            <a:r>
              <a:rPr lang="en-US" altLang="zh-CN" sz="2000" dirty="0">
                <a:solidFill>
                  <a:prstClr val="black"/>
                </a:solidFill>
              </a:rPr>
              <a:t>markers = ['o', 's', 'x', 'v']</a:t>
            </a:r>
            <a:endParaRPr lang="zh-CN" altLang="zh-CN" sz="2000" dirty="0">
              <a:solidFill>
                <a:prstClr val="black"/>
              </a:solidFill>
            </a:endParaRPr>
          </a:p>
          <a:p>
            <a:pPr lvl="0">
              <a:buClr>
                <a:srgbClr val="2F2F2F"/>
              </a:buClr>
            </a:pPr>
            <a:r>
              <a:rPr lang="en-US" altLang="zh-CN" sz="2000" dirty="0">
                <a:solidFill>
                  <a:prstClr val="black"/>
                </a:solidFill>
              </a:rPr>
              <a:t>plt.axis([0,6,0,6])</a:t>
            </a:r>
            <a:endParaRPr lang="zh-CN" altLang="zh-CN" sz="2000" dirty="0">
              <a:solidFill>
                <a:prstClr val="black"/>
              </a:solidFill>
            </a:endParaRPr>
          </a:p>
          <a:p>
            <a:pPr lvl="0">
              <a:buClr>
                <a:srgbClr val="2F2F2F"/>
              </a:buClr>
            </a:pPr>
            <a:r>
              <a:rPr lang="en-US" altLang="zh-CN" sz="2000" dirty="0">
                <a:solidFill>
                  <a:prstClr val="black"/>
                </a:solidFill>
              </a:rPr>
              <a:t>for i, l in enumerate(model.labels_):</a:t>
            </a:r>
            <a:endParaRPr lang="zh-CN" altLang="zh-CN" sz="2000" dirty="0">
              <a:solidFill>
                <a:prstClr val="black"/>
              </a:solidFill>
            </a:endParaRPr>
          </a:p>
          <a:p>
            <a:pPr lvl="0">
              <a:buClr>
                <a:srgbClr val="2F2F2F"/>
              </a:buClr>
            </a:pPr>
            <a:r>
              <a:rPr lang="en-US" altLang="zh-CN" sz="2000" dirty="0">
                <a:solidFill>
                  <a:prstClr val="black"/>
                </a:solidFill>
              </a:rPr>
              <a:t>    plt.plot(X1[i], X2[i], color=colors[l],marker=markers[l],ls='None')</a:t>
            </a:r>
            <a:endParaRPr lang="zh-CN" altLang="zh-CN" sz="2000" dirty="0">
              <a:solidFill>
                <a:prstClr val="black"/>
              </a:solidFill>
            </a:endParaRPr>
          </a:p>
          <a:p>
            <a:pPr lvl="0">
              <a:buClr>
                <a:srgbClr val="2F2F2F"/>
              </a:buClr>
            </a:pPr>
            <a:r>
              <a:rPr lang="en-US" altLang="zh-CN" sz="2000" dirty="0">
                <a:solidFill>
                  <a:prstClr val="black"/>
                </a:solidFill>
              </a:rPr>
              <a:t># </a:t>
            </a:r>
            <a:r>
              <a:rPr lang="zh-CN" altLang="zh-CN" sz="2000" dirty="0">
                <a:solidFill>
                  <a:prstClr val="black"/>
                </a:solidFill>
              </a:rPr>
              <a:t>下面用倒三角形绘制均值点</a:t>
            </a:r>
          </a:p>
          <a:p>
            <a:pPr lvl="0">
              <a:buClr>
                <a:srgbClr val="2F2F2F"/>
              </a:buClr>
            </a:pPr>
            <a:r>
              <a:rPr lang="en-US" altLang="zh-CN" sz="2000" dirty="0">
                <a:solidFill>
                  <a:prstClr val="black"/>
                </a:solidFill>
              </a:rPr>
              <a:t>centroids = model.cluster_centers_ 		#centroids</a:t>
            </a:r>
            <a:r>
              <a:rPr lang="zh-CN" altLang="zh-CN" sz="2000" dirty="0">
                <a:solidFill>
                  <a:prstClr val="black"/>
                </a:solidFill>
              </a:rPr>
              <a:t>保存了所有均值点</a:t>
            </a:r>
          </a:p>
          <a:p>
            <a:pPr lvl="0">
              <a:buClr>
                <a:srgbClr val="2F2F2F"/>
              </a:buClr>
            </a:pPr>
            <a:r>
              <a:rPr lang="en-US" altLang="zh-CN" sz="2000" dirty="0">
                <a:solidFill>
                  <a:prstClr val="black"/>
                </a:solidFill>
              </a:rPr>
              <a:t>for i in range(3):			# </a:t>
            </a:r>
            <a:r>
              <a:rPr lang="zh-CN" altLang="zh-CN" sz="2000" dirty="0">
                <a:solidFill>
                  <a:prstClr val="black"/>
                </a:solidFill>
              </a:rPr>
              <a:t>其中</a:t>
            </a:r>
            <a:r>
              <a:rPr lang="en-US" altLang="zh-CN" sz="2000" dirty="0">
                <a:solidFill>
                  <a:prstClr val="black"/>
                </a:solidFill>
              </a:rPr>
              <a:t>3</a:t>
            </a:r>
            <a:r>
              <a:rPr lang="zh-CN" altLang="zh-CN" sz="2000" dirty="0">
                <a:solidFill>
                  <a:prstClr val="black"/>
                </a:solidFill>
              </a:rPr>
              <a:t>表示聚类的类别数</a:t>
            </a:r>
          </a:p>
          <a:p>
            <a:pPr lvl="0">
              <a:buClr>
                <a:srgbClr val="2F2F2F"/>
              </a:buClr>
            </a:pPr>
            <a:r>
              <a:rPr lang="en-US" altLang="zh-CN" sz="2000" dirty="0">
                <a:solidFill>
                  <a:prstClr val="black"/>
                </a:solidFill>
              </a:rPr>
              <a:t>    plt.plot(centroids[i][0], centroids[i][1], markers[3])</a:t>
            </a:r>
            <a:endParaRPr lang="zh-CN" altLang="zh-CN" sz="2000" dirty="0">
              <a:solidFill>
                <a:prstClr val="black"/>
              </a:solidFill>
            </a:endParaRPr>
          </a:p>
          <a:p>
            <a:pPr lvl="0">
              <a:buClr>
                <a:srgbClr val="2F2F2F"/>
              </a:buClr>
            </a:pPr>
            <a:r>
              <a:rPr lang="en-US" altLang="zh-CN" sz="2000" dirty="0">
                <a:solidFill>
                  <a:prstClr val="black"/>
                </a:solidFill>
              </a:rPr>
              <a:t>plt.show()</a:t>
            </a:r>
            <a:endParaRPr lang="zh-CN" altLang="zh-CN" sz="2000" dirty="0">
              <a:solidFill>
                <a:prstClr val="black"/>
              </a:solidFill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61454533"/>
      </p:ext>
    </p:extLst>
  </p:cSld>
  <p:clrMapOvr>
    <a:masterClrMapping/>
  </p:clrMapOvr>
  <p:transition>
    <p:wipe dir="r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标题 1">
            <a:extLst>
              <a:ext uri="{FF2B5EF4-FFF2-40B4-BE49-F238E27FC236}">
                <a16:creationId xmlns:a16="http://schemas.microsoft.com/office/drawing/2014/main" id="{00A3B403-C978-4124-8352-605BF5F3F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利用聚类实现车牌识别</a:t>
            </a:r>
            <a:endParaRPr lang="zh-CN" altLang="en-US" dirty="0"/>
          </a:p>
        </p:txBody>
      </p:sp>
      <p:sp>
        <p:nvSpPr>
          <p:cNvPr id="48131" name="内容占位符 2">
            <a:extLst>
              <a:ext uri="{FF2B5EF4-FFF2-40B4-BE49-F238E27FC236}">
                <a16:creationId xmlns:a16="http://schemas.microsoft.com/office/drawing/2014/main" id="{C0F68242-D16C-48B2-BF93-344F45346B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sz="2800" dirty="0">
                <a:cs typeface="华文中宋" panose="02010600040101010101" pitchFamily="2" charset="-122"/>
              </a:rPr>
              <a:t>图像识别是机器学习的重要应用领域，而图像分割是图像识别和计算机视觉至关重要的预处理，没有正确的图像分割就不可能有正确的图像识别。</a:t>
            </a:r>
          </a:p>
          <a:p>
            <a:r>
              <a:rPr lang="zh-CN" altLang="zh-CN" sz="2800" dirty="0">
                <a:cs typeface="华文中宋" panose="02010600040101010101" pitchFamily="2" charset="-122"/>
              </a:rPr>
              <a:t>所谓图像分割，就是利用图像的灰度、颜色、纹理、形状等特征，将图像分成若干个互不重叠的区域，并使这些特征在同一区域内呈现相似性，在不同区域之间存在明显的差异性。图像分割的过程其实是一个标记过程</a:t>
            </a:r>
            <a:endParaRPr lang="zh-CN" altLang="en-US" sz="2800" dirty="0">
              <a:cs typeface="华文中宋" panose="02010600040101010101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标题 1">
            <a:extLst>
              <a:ext uri="{FF2B5EF4-FFF2-40B4-BE49-F238E27FC236}">
                <a16:creationId xmlns:a16="http://schemas.microsoft.com/office/drawing/2014/main" id="{823E5160-4DBF-4297-96FE-04B6E4CD7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利用</a:t>
            </a:r>
            <a:r>
              <a:rPr lang="en-US" altLang="zh-CN" dirty="0"/>
              <a:t>K-means</a:t>
            </a:r>
            <a:r>
              <a:rPr lang="zh-CN" altLang="zh-CN" dirty="0"/>
              <a:t>聚类实现车牌识别</a:t>
            </a:r>
            <a:endParaRPr lang="zh-CN" altLang="en-US" dirty="0"/>
          </a:p>
        </p:txBody>
      </p:sp>
      <p:sp>
        <p:nvSpPr>
          <p:cNvPr id="49155" name="内容占位符 2">
            <a:extLst>
              <a:ext uri="{FF2B5EF4-FFF2-40B4-BE49-F238E27FC236}">
                <a16:creationId xmlns:a16="http://schemas.microsoft.com/office/drawing/2014/main" id="{C92AEE8E-8643-471B-A795-EDF4EFBAB1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cs typeface="华文中宋" panose="02010600040101010101" pitchFamily="2" charset="-122"/>
              </a:rPr>
              <a:t>K-means</a:t>
            </a:r>
            <a:r>
              <a:rPr lang="zh-CN" altLang="zh-CN" dirty="0">
                <a:cs typeface="华文中宋" panose="02010600040101010101" pitchFamily="2" charset="-122"/>
              </a:rPr>
              <a:t>聚类</a:t>
            </a:r>
            <a:r>
              <a:rPr lang="zh-CN" altLang="en-US" dirty="0">
                <a:cs typeface="华文中宋" panose="02010600040101010101" pitchFamily="2" charset="-122"/>
              </a:rPr>
              <a:t>对图像的聚类结果</a:t>
            </a:r>
            <a:r>
              <a:rPr lang="en-US" altLang="zh-CN" dirty="0">
                <a:cs typeface="华文中宋" panose="02010600040101010101" pitchFamily="2" charset="-122"/>
              </a:rPr>
              <a:t>(k=3)</a:t>
            </a:r>
            <a:endParaRPr lang="zh-CN" altLang="en-US" dirty="0">
              <a:cs typeface="华文中宋" panose="02010600040101010101" pitchFamily="2" charset="-122"/>
            </a:endParaRPr>
          </a:p>
        </p:txBody>
      </p:sp>
      <p:pic>
        <p:nvPicPr>
          <p:cNvPr id="49156" name="Picture 2" descr="che-2">
            <a:extLst>
              <a:ext uri="{FF2B5EF4-FFF2-40B4-BE49-F238E27FC236}">
                <a16:creationId xmlns:a16="http://schemas.microsoft.com/office/drawing/2014/main" id="{6CDB3679-698C-4CE3-9E87-C02DF62631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1993404"/>
            <a:ext cx="5400675" cy="3598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r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8AF82D-15DA-432C-ADCC-D6999DB2D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8ACBFC-D5C2-40B5-A345-0D13596971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、对下图进行聚类分割（</a:t>
            </a:r>
            <a:r>
              <a:rPr lang="en-US" altLang="zh-CN" dirty="0"/>
              <a:t>K=4</a:t>
            </a:r>
            <a:r>
              <a:rPr lang="zh-CN" altLang="en-US" dirty="0"/>
              <a:t>），并分析</a:t>
            </a:r>
            <a:r>
              <a:rPr lang="zh-CN" altLang="en-US" dirty="0">
                <a:latin typeface="Tahoma" pitchFamily="34" charset="0"/>
              </a:rPr>
              <a:t>需运行多次才有可能得到较好的效果</a:t>
            </a:r>
            <a:endParaRPr lang="zh-CN" altLang="en-US" dirty="0"/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25C737A4-5D9A-4DCC-B947-D65AC31F3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2890531"/>
            <a:ext cx="2303462" cy="1365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4283558"/>
      </p:ext>
    </p:extLst>
  </p:cSld>
  <p:clrMapOvr>
    <a:masterClrMapping/>
  </p:clrMapOvr>
  <p:transition>
    <p:wipe dir="r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8AF82D-15DA-432C-ADCC-D6999DB2D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8ACBFC-D5C2-40B5-A345-0D13596971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/>
              <a:t>、对下图车牌进行聚类分割，并分析</a:t>
            </a:r>
            <a:r>
              <a:rPr lang="zh-CN" altLang="en-US" dirty="0">
                <a:latin typeface="Tahoma" pitchFamily="34" charset="0"/>
              </a:rPr>
              <a:t>如何对车牌进行定位（亦可直接用程序实现车牌定位）</a:t>
            </a:r>
            <a:endParaRPr lang="zh-CN" altLang="en-US" dirty="0"/>
          </a:p>
        </p:txBody>
      </p:sp>
      <p:pic>
        <p:nvPicPr>
          <p:cNvPr id="5" name="Picture 4" descr="timg (14)">
            <a:extLst>
              <a:ext uri="{FF2B5EF4-FFF2-40B4-BE49-F238E27FC236}">
                <a16:creationId xmlns:a16="http://schemas.microsoft.com/office/drawing/2014/main" id="{1768AD10-55BE-46CD-B917-CCA708273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200"/>
          <a:stretch>
            <a:fillRect/>
          </a:stretch>
        </p:blipFill>
        <p:spPr bwMode="auto">
          <a:xfrm>
            <a:off x="971600" y="3257550"/>
            <a:ext cx="4710113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8388037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暗香扑面">
  <a:themeElements>
    <a:clrScheme name="暗香扑面">
      <a:dk1>
        <a:sysClr val="windowText" lastClr="000000"/>
      </a:dk1>
      <a:lt1>
        <a:sysClr val="window" lastClr="FFFFFF"/>
      </a:lt1>
      <a:dk2>
        <a:srgbClr val="2F2F2F"/>
      </a:dk2>
      <a:lt2>
        <a:srgbClr val="FFFFF4"/>
      </a:lt2>
      <a:accent1>
        <a:srgbClr val="918415"/>
      </a:accent1>
      <a:accent2>
        <a:srgbClr val="C47546"/>
      </a:accent2>
      <a:accent3>
        <a:srgbClr val="AFB591"/>
      </a:accent3>
      <a:accent4>
        <a:srgbClr val="B9945B"/>
      </a:accent4>
      <a:accent5>
        <a:srgbClr val="85ADBC"/>
      </a:accent5>
      <a:accent6>
        <a:srgbClr val="E5B440"/>
      </a:accent6>
      <a:hlink>
        <a:srgbClr val="00D5D5"/>
      </a:hlink>
      <a:folHlink>
        <a:srgbClr val="DD00DD"/>
      </a:folHlink>
    </a:clrScheme>
    <a:fontScheme name="暗香扑面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</a:majorFont>
      <a:minorFont>
        <a:latin typeface="Franklin Gothic Book"/>
        <a:ea typeface=""/>
        <a:cs typeface=""/>
        <a:font script="Jpan" typeface="HG創英角ｺﾞｼｯｸUB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n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暗香扑面">
      <a:fillStyleLst>
        <a:solidFill>
          <a:schemeClr val="phClr"/>
        </a:solidFill>
        <a:gradFill rotWithShape="1">
          <a:gsLst>
            <a:gs pos="0">
              <a:schemeClr val="phClr">
                <a:tint val="98000"/>
                <a:satMod val="220000"/>
              </a:schemeClr>
            </a:gs>
            <a:gs pos="31000">
              <a:schemeClr val="phClr">
                <a:tint val="30000"/>
                <a:satMod val="150000"/>
              </a:schemeClr>
            </a:gs>
            <a:gs pos="91000">
              <a:schemeClr val="phClr">
                <a:tint val="96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28000"/>
                <a:satMod val="100000"/>
              </a:schemeClr>
              <a:schemeClr val="phClr">
                <a:tint val="100000"/>
                <a:satMod val="200000"/>
              </a:schemeClr>
            </a:duotone>
          </a:blip>
          <a:tile tx="0" ty="0" sx="80000" sy="8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10000"/>
              </a:schemeClr>
            </a:glow>
          </a:effectLst>
        </a:effectStyle>
        <a:effectStyle>
          <a:effectLst>
            <a:outerShdw blurRad="34925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9525" prstMaterial="dkEdge">
            <a:bevelT w="12000" h="24150"/>
            <a:contourClr>
              <a:schemeClr val="phClr">
                <a:satMod val="110000"/>
              </a:schemeClr>
            </a:contourClr>
          </a:sp3d>
        </a:effectStyle>
        <a:effectStyle>
          <a:effectLst>
            <a:outerShdw blurRad="50800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18700" prstMaterial="dkEdge">
            <a:bevelT w="44450" h="80600"/>
            <a:contourClr>
              <a:schemeClr val="phClr"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0000"/>
                <a:satMod val="1000000"/>
              </a:schemeClr>
            </a:gs>
            <a:gs pos="31000">
              <a:schemeClr val="phClr">
                <a:shade val="85000"/>
                <a:satMod val="450000"/>
              </a:schemeClr>
            </a:gs>
            <a:gs pos="100000">
              <a:schemeClr val="phClr">
                <a:tint val="70000"/>
                <a:satMod val="300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2">
            <a:duotone>
              <a:schemeClr val="phClr">
                <a:tint val="100000"/>
                <a:shade val="70000"/>
                <a:hueMod val="100000"/>
                <a:satMod val="100000"/>
              </a:schemeClr>
              <a:schemeClr val="phClr">
                <a:tint val="90000"/>
                <a:shade val="100000"/>
                <a:hueMod val="100000"/>
                <a:satMod val="10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IIR-slides">
  <a:themeElements>
    <a:clrScheme name="2_IIR-slides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37085"/>
      </a:accent1>
      <a:accent2>
        <a:srgbClr val="C0504D"/>
      </a:accent2>
      <a:accent3>
        <a:srgbClr val="FFFFFF"/>
      </a:accent3>
      <a:accent4>
        <a:srgbClr val="000000"/>
      </a:accent4>
      <a:accent5>
        <a:srgbClr val="B0BBC2"/>
      </a:accent5>
      <a:accent6>
        <a:srgbClr val="AE4845"/>
      </a:accent6>
      <a:hlink>
        <a:srgbClr val="0000FF"/>
      </a:hlink>
      <a:folHlink>
        <a:srgbClr val="800080"/>
      </a:folHlink>
    </a:clrScheme>
    <a:fontScheme name="2_IIR-slides">
      <a:majorFont>
        <a:latin typeface="微软雅黑"/>
        <a:ea typeface="宋体"/>
        <a:cs typeface=""/>
      </a:majorFont>
      <a:minorFont>
        <a:latin typeface="Times New Roman"/>
        <a:ea typeface="宋体"/>
        <a:cs typeface="微软雅黑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IIR-slides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37085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0BBC2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Fan</Template>
  <TotalTime>2759</TotalTime>
  <Words>2548</Words>
  <Application>Microsoft Office PowerPoint</Application>
  <PresentationFormat>全屏显示(16:10)</PresentationFormat>
  <Paragraphs>553</Paragraphs>
  <Slides>45</Slides>
  <Notes>11</Notes>
  <HiddenSlides>0</HiddenSlides>
  <MMClips>0</MMClips>
  <ScaleCrop>false</ScaleCrop>
  <HeadingPairs>
    <vt:vector size="8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45</vt:i4>
      </vt:variant>
    </vt:vector>
  </HeadingPairs>
  <TitlesOfParts>
    <vt:vector size="72" baseType="lpstr">
      <vt:lpstr>Gulim</vt:lpstr>
      <vt:lpstr>MS PGothic</vt:lpstr>
      <vt:lpstr>MS PGothic</vt:lpstr>
      <vt:lpstr>仿宋_GB2312</vt:lpstr>
      <vt:lpstr>黑体</vt:lpstr>
      <vt:lpstr>华文细黑</vt:lpstr>
      <vt:lpstr>华文中宋</vt:lpstr>
      <vt:lpstr>宋体</vt:lpstr>
      <vt:lpstr>微软雅黑</vt:lpstr>
      <vt:lpstr>Arial</vt:lpstr>
      <vt:lpstr>Calibri</vt:lpstr>
      <vt:lpstr>Franklin Gothic Book</vt:lpstr>
      <vt:lpstr>Franklin Gothic Medium</vt:lpstr>
      <vt:lpstr>Lucida Handwriting</vt:lpstr>
      <vt:lpstr>Lucida Sans</vt:lpstr>
      <vt:lpstr>Symbol</vt:lpstr>
      <vt:lpstr>Tahoma</vt:lpstr>
      <vt:lpstr>Times New Roman</vt:lpstr>
      <vt:lpstr>Wingdings</vt:lpstr>
      <vt:lpstr>Wingdings 2</vt:lpstr>
      <vt:lpstr>暗香扑面</vt:lpstr>
      <vt:lpstr>2_IIR-slides</vt:lpstr>
      <vt:lpstr>Document</vt:lpstr>
      <vt:lpstr>公式</vt:lpstr>
      <vt:lpstr>Microsoft Excel 97-2003 Worksheet</vt:lpstr>
      <vt:lpstr>Equation.KSEE3</vt:lpstr>
      <vt:lpstr>Worksheet</vt:lpstr>
      <vt:lpstr>第3章 聚类分析  </vt:lpstr>
      <vt:lpstr>聚类概述</vt:lpstr>
      <vt:lpstr>客户基本信息数据表</vt:lpstr>
      <vt:lpstr>聚类分析概述</vt:lpstr>
      <vt:lpstr>聚类分析概述</vt:lpstr>
      <vt:lpstr>簇和聚类</vt:lpstr>
      <vt:lpstr>聚类算法的应用举例</vt:lpstr>
      <vt:lpstr>在图像分割上的简单应用</vt:lpstr>
      <vt:lpstr>在图像分割上的简单应用（续）</vt:lpstr>
      <vt:lpstr>在人脸识别中的应用</vt:lpstr>
      <vt:lpstr>聚类分析的主要问题</vt:lpstr>
      <vt:lpstr>如何度量距离</vt:lpstr>
      <vt:lpstr>数据的种类</vt:lpstr>
      <vt:lpstr>距离的定义</vt:lpstr>
      <vt:lpstr>个体间的距离</vt:lpstr>
      <vt:lpstr>1. 欧式（Euclidian ）距离</vt:lpstr>
      <vt:lpstr>距离公式</vt:lpstr>
      <vt:lpstr>距离矩阵</vt:lpstr>
      <vt:lpstr>绝对值距离</vt:lpstr>
      <vt:lpstr>4.3 K-means聚类算法</vt:lpstr>
      <vt:lpstr>K-means快速聚类</vt:lpstr>
      <vt:lpstr>K-means聚类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K-means聚类</vt:lpstr>
      <vt:lpstr>PowerPoint 演示文稿</vt:lpstr>
      <vt:lpstr>K-means聚类算法的评价指标</vt:lpstr>
      <vt:lpstr>评价指标——误差平方和</vt:lpstr>
      <vt:lpstr>K-means聚类算法的优点</vt:lpstr>
      <vt:lpstr>K-means聚类算法的缺点</vt:lpstr>
      <vt:lpstr>非凸形状的簇</vt:lpstr>
      <vt:lpstr>K-means聚类的Map Reduce并行化算法</vt:lpstr>
      <vt:lpstr>K-means聚类算法的Sklearn实现</vt:lpstr>
      <vt:lpstr>PowerPoint 演示文稿</vt:lpstr>
      <vt:lpstr>利用聚类实现车牌识别</vt:lpstr>
      <vt:lpstr>利用K-means聚类实现车牌识别</vt:lpstr>
      <vt:lpstr>作业</vt:lpstr>
      <vt:lpstr>作业</vt:lpstr>
    </vt:vector>
  </TitlesOfParts>
  <Company>j-tech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SPSS课件</dc:title>
  <dc:creator>xuewei</dc:creator>
  <cp:lastModifiedBy>Administrator</cp:lastModifiedBy>
  <cp:revision>293</cp:revision>
  <dcterms:created xsi:type="dcterms:W3CDTF">1999-06-19T04:20:10Z</dcterms:created>
  <dcterms:modified xsi:type="dcterms:W3CDTF">2025-04-23T04:59:50Z</dcterms:modified>
</cp:coreProperties>
</file>